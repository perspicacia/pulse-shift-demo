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6dc3367e64f0e" /><Relationship Type="http://schemas.openxmlformats.org/officeDocument/2006/relationships/extended-properties" Target="/docProps/app.xml" Id="R6d864ce4d7a84a18" /><Relationship Type="http://schemas.openxmlformats.org/officeDocument/2006/relationships/officeDocument" Target="/ppt/presentation.xml" Id="Rb00e6c299c87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eefa882c745c5"/>
  </p:sldMasterIdLst>
  <p:notesMasterIdLst>
    <p:notesMasterId xmlns:r="http://schemas.openxmlformats.org/officeDocument/2006/relationships" r:id="R654fbaf6eb414602"/>
  </p:notesMasterIdLst>
  <p:sldIdLst>
    <p:sldId xmlns:r="http://schemas.openxmlformats.org/officeDocument/2006/relationships" id="256" r:id="R49444ee1e33d41d8"/>
    <p:sldId xmlns:r="http://schemas.openxmlformats.org/officeDocument/2006/relationships" id="257" r:id="R1e2edc93d549421c"/>
    <p:sldId xmlns:r="http://schemas.openxmlformats.org/officeDocument/2006/relationships" id="258" r:id="Rbce48ffdd80e48d0"/>
    <p:sldId xmlns:r="http://schemas.openxmlformats.org/officeDocument/2006/relationships" id="259" r:id="Rca5988a8d50345f9"/>
    <p:sldId xmlns:r="http://schemas.openxmlformats.org/officeDocument/2006/relationships" id="260" r:id="R5013a13f057d4316"/>
    <p:sldId xmlns:r="http://schemas.openxmlformats.org/officeDocument/2006/relationships" id="261" r:id="R549e5680903d49ba"/>
    <p:sldId xmlns:r="http://schemas.openxmlformats.org/officeDocument/2006/relationships" id="262" r:id="R3069a77664e4401f"/>
    <p:sldId xmlns:r="http://schemas.openxmlformats.org/officeDocument/2006/relationships" id="263" r:id="R8f2c23c4e024449b"/>
    <p:sldId xmlns:r="http://schemas.openxmlformats.org/officeDocument/2006/relationships" id="264" r:id="R33e9f25a7b134f30"/>
    <p:sldId xmlns:r="http://schemas.openxmlformats.org/officeDocument/2006/relationships" id="265" r:id="R84d53f668d3a47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8abb09bbf14c90" /><Relationship Type="http://schemas.openxmlformats.org/officeDocument/2006/relationships/slideMaster" Target="/ppt/slideMasters/slideMaster1.xml" Id="R001eefa882c745c5" /><Relationship Type="http://schemas.openxmlformats.org/officeDocument/2006/relationships/notesMaster" Target="/ppt/notesMasters/notesMaster1.xml" Id="R654fbaf6eb414602" /><Relationship Type="http://schemas.openxmlformats.org/officeDocument/2006/relationships/presProps" Target="/ppt/presProps.xml" Id="Rda1645317c4549b1" /><Relationship Type="http://schemas.openxmlformats.org/officeDocument/2006/relationships/tableStyles" Target="/ppt/tableStyles.xml" Id="Rd3058e550b444a05" /><Relationship Type="http://schemas.openxmlformats.org/officeDocument/2006/relationships/slide" Target="/ppt/slides/slide1.xml" Id="R49444ee1e33d41d8" /><Relationship Type="http://schemas.openxmlformats.org/officeDocument/2006/relationships/slide" Target="/ppt/slides/slide2.xml" Id="R1e2edc93d549421c" /><Relationship Type="http://schemas.openxmlformats.org/officeDocument/2006/relationships/slide" Target="/ppt/slides/slide3.xml" Id="Rbce48ffdd80e48d0" /><Relationship Type="http://schemas.openxmlformats.org/officeDocument/2006/relationships/slide" Target="/ppt/slides/slide4.xml" Id="Rca5988a8d50345f9" /><Relationship Type="http://schemas.openxmlformats.org/officeDocument/2006/relationships/slide" Target="/ppt/slides/slide5.xml" Id="R5013a13f057d4316" /><Relationship Type="http://schemas.openxmlformats.org/officeDocument/2006/relationships/slide" Target="/ppt/slides/slide6.xml" Id="R549e5680903d49ba" /><Relationship Type="http://schemas.openxmlformats.org/officeDocument/2006/relationships/slide" Target="/ppt/slides/slide7.xml" Id="R3069a77664e4401f" /><Relationship Type="http://schemas.openxmlformats.org/officeDocument/2006/relationships/slide" Target="/ppt/slides/slide8.xml" Id="R8f2c23c4e024449b" /><Relationship Type="http://schemas.openxmlformats.org/officeDocument/2006/relationships/slide" Target="/ppt/slides/slide9.xml" Id="R33e9f25a7b134f30" /><Relationship Type="http://schemas.openxmlformats.org/officeDocument/2006/relationships/slide" Target="/ppt/slides/slide10.xml" Id="R84d53f668d3a47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a30a3281e146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762c3ea2fc442d" /><Relationship Type="http://schemas.openxmlformats.org/officeDocument/2006/relationships/notesMaster" Target="/ppt/notesMasters/notesMaster1.xml" Id="R940bd3b88571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3aef5b54ea4d66" /><Relationship Type="http://schemas.openxmlformats.org/officeDocument/2006/relationships/notesMaster" Target="/ppt/notesMasters/notesMaster1.xml" Id="R70663e31851446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4261aab8924419" /><Relationship Type="http://schemas.openxmlformats.org/officeDocument/2006/relationships/notesMaster" Target="/ppt/notesMasters/notesMaster1.xml" Id="R5912243746c14e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0fd61273974c40" /><Relationship Type="http://schemas.openxmlformats.org/officeDocument/2006/relationships/notesMaster" Target="/ppt/notesMasters/notesMaster1.xml" Id="R7f37ac8bf5cb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aedd2f43a740a1" /><Relationship Type="http://schemas.openxmlformats.org/officeDocument/2006/relationships/notesMaster" Target="/ppt/notesMasters/notesMaster1.xml" Id="R1bf25f99740b49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61c13a62a44eff" /><Relationship Type="http://schemas.openxmlformats.org/officeDocument/2006/relationships/notesMaster" Target="/ppt/notesMasters/notesMaster1.xml" Id="Ra23fc6140a6141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22a66a47b4bf9" /><Relationship Type="http://schemas.openxmlformats.org/officeDocument/2006/relationships/notesMaster" Target="/ppt/notesMasters/notesMaster1.xml" Id="Rb15a6091e51945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39294f85da41bf" /><Relationship Type="http://schemas.openxmlformats.org/officeDocument/2006/relationships/notesMaster" Target="/ppt/notesMasters/notesMaster1.xml" Id="R6b8e4b5eaf804a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2d1b29fc6d4f50" /><Relationship Type="http://schemas.openxmlformats.org/officeDocument/2006/relationships/notesMaster" Target="/ppt/notesMasters/notesMaster1.xml" Id="R4f87662ba3904a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0d48fddf4543d0" /><Relationship Type="http://schemas.openxmlformats.org/officeDocument/2006/relationships/notesMaster" Target="/ppt/notesMasters/notesMaster1.xml" Id="Ra5e7d2102b8e4a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PULSE SHIFT 최종 프로젝트 발표 PDF, Library 버전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e52e814fd49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64e1fee6ae47b5" /><Relationship Type="http://schemas.openxmlformats.org/officeDocument/2006/relationships/slideLayout" Target="/ppt/slideLayouts/slideLayout1.xml" Id="Rcf43296725da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43296725da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131ecf9504d73" /><Relationship Type="http://schemas.openxmlformats.org/officeDocument/2006/relationships/image" Target="/ppt/media/image.jpeg" Id="R2d7ca594a4a94b88" /><Relationship Type="http://schemas.openxmlformats.org/officeDocument/2006/relationships/image" Target="/ppt/media/image.png" Id="R146afc13d149434f" /><Relationship Type="http://schemas.openxmlformats.org/officeDocument/2006/relationships/notesSlide" Target="/ppt/notesSlides/notesSlide1.xml" Id="R4ff9a5c4022345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78dc1022242a0" /><Relationship Type="http://schemas.openxmlformats.org/officeDocument/2006/relationships/notesSlide" Target="/ppt/notesSlides/notesSlide2.xml" Id="Rbf9e6425343843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dc5d546ea4120" /><Relationship Type="http://schemas.openxmlformats.org/officeDocument/2006/relationships/image" Target="/ppt/media/image2.jpeg" Id="Ra5f2958aa6c5499e" /><Relationship Type="http://schemas.openxmlformats.org/officeDocument/2006/relationships/notesSlide" Target="/ppt/notesSlides/notesSlide3.xml" Id="R547facfd46fd44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0c520677f4651" /><Relationship Type="http://schemas.openxmlformats.org/officeDocument/2006/relationships/image" Target="/ppt/media/image3.jpeg" Id="R11285e1d75944b4a" /><Relationship Type="http://schemas.openxmlformats.org/officeDocument/2006/relationships/notesSlide" Target="/ppt/notesSlides/notesSlide4.xml" Id="Ree1e203234a0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1a625f43f4b03" /><Relationship Type="http://schemas.openxmlformats.org/officeDocument/2006/relationships/image" Target="/ppt/media/image2.png" Id="Rd6c2175b6c704b64" /><Relationship Type="http://schemas.openxmlformats.org/officeDocument/2006/relationships/image" Target="/ppt/media/image3.png" Id="Rd7de0c50421f47c1" /><Relationship Type="http://schemas.openxmlformats.org/officeDocument/2006/relationships/image" Target="/ppt/media/image4.png" Id="R2ffef108cefa4ff0" /><Relationship Type="http://schemas.openxmlformats.org/officeDocument/2006/relationships/notesSlide" Target="/ppt/notesSlides/notesSlide5.xml" Id="Rae178b48740148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4836a0919435f" /><Relationship Type="http://schemas.openxmlformats.org/officeDocument/2006/relationships/image" Target="/ppt/media/image4.jpeg" Id="Rd1e87c988cea4549" /><Relationship Type="http://schemas.openxmlformats.org/officeDocument/2006/relationships/notesSlide" Target="/ppt/notesSlides/notesSlide6.xml" Id="Rc9133c0a47be49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f5683e5704f18" /><Relationship Type="http://schemas.openxmlformats.org/officeDocument/2006/relationships/notesSlide" Target="/ppt/notesSlides/notesSlide7.xml" Id="R56d5921feb0542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2ff5d31c0417d" /><Relationship Type="http://schemas.openxmlformats.org/officeDocument/2006/relationships/notesSlide" Target="/ppt/notesSlides/notesSlide8.xml" Id="Rdcffe54913b44b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ecb3855704ebc" /><Relationship Type="http://schemas.openxmlformats.org/officeDocument/2006/relationships/notesSlide" Target="/ppt/notesSlides/notesSlide9.xml" Id="Rca3d76f7c7264a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34521271e410a" /><Relationship Type="http://schemas.openxmlformats.org/officeDocument/2006/relationships/notesSlide" Target="/ppt/notesSlides/notesSlide10.xml" Id="R465d68b98c1142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1-rect-1">
            <a:extLst xmlns:a="http://schemas.openxmlformats.org/drawingml/2006/main">
              <a:ext uri="{FF2B5EF4-FFF2-40B4-BE49-F238E27FC236}">
                <a16:creationId xmlns:a16="http://schemas.microsoft.com/office/drawing/2014/main" id="{C27783B3-9445-4D88-BE2A-91B93F0E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1-text-2">
            <a:extLst xmlns:a="http://schemas.openxmlformats.org/drawingml/2006/main">
              <a:ext uri="{FF2B5EF4-FFF2-40B4-BE49-F238E27FC236}">
                <a16:creationId xmlns:a16="http://schemas.microsoft.com/office/drawing/2014/main" id="{7FC23423-05C9-47BF-804C-99A99864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3" name="s1-text-3">
            <a:extLst xmlns:a="http://schemas.openxmlformats.org/drawingml/2006/main">
              <a:ext uri="{FF2B5EF4-FFF2-40B4-BE49-F238E27FC236}">
                <a16:creationId xmlns:a16="http://schemas.microsoft.com/office/drawing/2014/main" id="{D79ED820-FF9A-4017-8CD5-1F786A36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01 / 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ca594a4a94b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s1-rect-5">
            <a:extLst xmlns:a="http://schemas.openxmlformats.org/drawingml/2006/main">
              <a:ext uri="{FF2B5EF4-FFF2-40B4-BE49-F238E27FC236}">
                <a16:creationId xmlns:a16="http://schemas.microsoft.com/office/drawing/2014/main" id="{2592B955-006B-45A9-9419-A4B0DF57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>
              <a:alpha val="76000"/>
            </a:srgbClr>
          </a:solidFill>
          <a:ln xmlns:a="http://schemas.openxmlformats.org/drawingml/2006/main" w="9525">
            <a:noFill/>
          </a:ln>
        </p:spPr>
      </p:sp>
      <p:sp>
        <p:nvSpPr>
          <p:cNvPr id="6" name="s1-text-6">
            <a:extLst xmlns:a="http://schemas.openxmlformats.org/drawingml/2006/main">
              <a:ext uri="{FF2B5EF4-FFF2-40B4-BE49-F238E27FC236}">
                <a16:creationId xmlns:a16="http://schemas.microsoft.com/office/drawing/2014/main" id="{85AC32AC-FEA6-4A34-9352-45EB53B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3023"/>
            <a:ext cx="2292121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BROWSER RHYTHM GAME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afc13d149434f"/>
          <a:stretch xmlns:a="http://schemas.openxmlformats.org/drawingml/2006/main"/>
        </p:blipFill>
        <p:spPr>
          <a:xfrm xmlns:a="http://schemas.openxmlformats.org/drawingml/2006/main">
            <a:off x="553300" y="1657350"/>
            <a:ext cx="9809049" cy="1504950"/>
          </a:xfrm>
          <a:prstGeom xmlns:a="http://schemas.openxmlformats.org/drawingml/2006/main" prst="rect">
            <a:avLst/>
          </a:prstGeom>
        </p:spPr>
      </p:pic>
      <p:sp>
        <p:nvSpPr>
          <p:cNvPr id="8" name="s1-text-8">
            <a:extLst xmlns:a="http://schemas.openxmlformats.org/drawingml/2006/main">
              <a:ext uri="{FF2B5EF4-FFF2-40B4-BE49-F238E27FC236}">
                <a16:creationId xmlns:a16="http://schemas.microsoft.com/office/drawing/2014/main" id="{7C4EF929-529F-4C2F-965E-59D5CEE0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0983"/>
            <a:ext cx="6169968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음악을 직접 연주하는 브라우저 리듬 게임</a:t>
            </a:r>
          </a:p>
        </p:txBody>
      </p:sp>
      <p:sp>
        <p:nvSpPr>
          <p:cNvPr id="9" name="s1-text-9">
            <a:extLst xmlns:a="http://schemas.openxmlformats.org/drawingml/2006/main">
              <a:ext uri="{FF2B5EF4-FFF2-40B4-BE49-F238E27FC236}">
                <a16:creationId xmlns:a16="http://schemas.microsoft.com/office/drawing/2014/main" id="{20BB2ED2-1361-4A07-906E-0742C168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9601"/>
            <a:ext cx="4621857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제작 배경 · 핵심 구현 · 부족했던 부분과 배운 점</a:t>
            </a:r>
          </a:p>
        </p:txBody>
      </p:sp>
      <p:sp>
        <p:nvSpPr>
          <p:cNvPr id="10" name="s1-line-10">
            <a:extLst xmlns:a="http://schemas.openxmlformats.org/drawingml/2006/main">
              <a:ext uri="{FF2B5EF4-FFF2-40B4-BE49-F238E27FC236}">
                <a16:creationId xmlns:a16="http://schemas.microsoft.com/office/drawing/2014/main" id="{2052E9B3-223B-4884-84E8-45B8D052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5E63"/>
            </a:solidFill>
          </a:ln>
        </p:spPr>
      </p:sp>
      <p:sp>
        <p:nvSpPr>
          <p:cNvPr id="11" name="s1-text-11">
            <a:extLst xmlns:a="http://schemas.openxmlformats.org/drawingml/2006/main">
              <a:ext uri="{FF2B5EF4-FFF2-40B4-BE49-F238E27FC236}">
                <a16:creationId xmlns:a16="http://schemas.microsoft.com/office/drawing/2014/main" id="{E0E86F9D-ACC7-43FC-A13B-4510EED5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97"/>
            <a:ext cx="74323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4 KEY</a:t>
            </a:r>
          </a:p>
        </p:txBody>
      </p:sp>
      <p:sp>
        <p:nvSpPr>
          <p:cNvPr id="12" name="s1-text-12">
            <a:extLst xmlns:a="http://schemas.openxmlformats.org/drawingml/2006/main">
              <a:ext uri="{FF2B5EF4-FFF2-40B4-BE49-F238E27FC236}">
                <a16:creationId xmlns:a16="http://schemas.microsoft.com/office/drawing/2014/main" id="{3EFE6F67-25A6-4B64-8893-7EC87FB4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05497"/>
            <a:ext cx="2489522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세 곡의 오리지널 음악</a:t>
            </a:r>
          </a:p>
        </p:txBody>
      </p:sp>
      <p:sp>
        <p:nvSpPr>
          <p:cNvPr id="13" name="s1-text-13">
            <a:extLst xmlns:a="http://schemas.openxmlformats.org/drawingml/2006/main">
              <a:ext uri="{FF2B5EF4-FFF2-40B4-BE49-F238E27FC236}">
                <a16:creationId xmlns:a16="http://schemas.microsoft.com/office/drawing/2014/main" id="{E83C6A46-B180-4E33-AAB2-49B690AF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9342"/>
            <a:ext cx="665783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986706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2-rect-1">
            <a:extLst xmlns:a="http://schemas.openxmlformats.org/drawingml/2006/main">
              <a:ext uri="{FF2B5EF4-FFF2-40B4-BE49-F238E27FC236}">
                <a16:creationId xmlns:a16="http://schemas.microsoft.com/office/drawing/2014/main" id="{406D556F-B039-44DA-9648-D7976D66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2-text-2">
            <a:extLst xmlns:a="http://schemas.openxmlformats.org/drawingml/2006/main">
              <a:ext uri="{FF2B5EF4-FFF2-40B4-BE49-F238E27FC236}">
                <a16:creationId xmlns:a16="http://schemas.microsoft.com/office/drawing/2014/main" id="{85F78CD2-DB4A-49B0-AAF0-83BB492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1882304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01  프로젝트를 시작한 이유</a:t>
            </a:r>
          </a:p>
        </p:txBody>
      </p:sp>
      <p:sp>
        <p:nvSpPr>
          <p:cNvPr id="3" name="s2-text-3">
            <a:extLst xmlns:a="http://schemas.openxmlformats.org/drawingml/2006/main">
              <a:ext uri="{FF2B5EF4-FFF2-40B4-BE49-F238E27FC236}">
                <a16:creationId xmlns:a16="http://schemas.microsoft.com/office/drawing/2014/main" id="{245DD136-9326-4534-8364-0B8FE96C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2799904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프로젝트의 출발점</a:t>
            </a:r>
          </a:p>
        </p:txBody>
      </p:sp>
      <p:sp>
        <p:nvSpPr>
          <p:cNvPr id="4" name="s2-text-4">
            <a:extLst xmlns:a="http://schemas.openxmlformats.org/drawingml/2006/main">
              <a:ext uri="{FF2B5EF4-FFF2-40B4-BE49-F238E27FC236}">
                <a16:creationId xmlns:a16="http://schemas.microsoft.com/office/drawing/2014/main" id="{21DD6166-5C02-4CFA-B08B-A4E0BBA0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2-text-5">
            <a:extLst xmlns:a="http://schemas.openxmlformats.org/drawingml/2006/main">
              <a:ext uri="{FF2B5EF4-FFF2-40B4-BE49-F238E27FC236}">
                <a16:creationId xmlns:a16="http://schemas.microsoft.com/office/drawing/2014/main" id="{DD2008AC-B77C-4399-8EE1-73B203B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02 / 10</a:t>
            </a:r>
          </a:p>
        </p:txBody>
      </p:sp>
      <p:sp>
        <p:nvSpPr>
          <p:cNvPr id="6" name="s2-text-6">
            <a:extLst xmlns:a="http://schemas.openxmlformats.org/drawingml/2006/main">
              <a:ext uri="{FF2B5EF4-FFF2-40B4-BE49-F238E27FC236}">
                <a16:creationId xmlns:a16="http://schemas.microsoft.com/office/drawing/2014/main" id="{AB24B5BD-5B3F-465E-80C5-0282CCB3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4095"/>
            <a:ext cx="4478982" cy="540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좋아하는 게임의 느낌을</a:t>
            </a:r>
          </a:p>
        </p:txBody>
      </p:sp>
      <p:sp>
        <p:nvSpPr>
          <p:cNvPr id="7" name="s2-text-7">
            <a:extLst xmlns:a="http://schemas.openxmlformats.org/drawingml/2006/main">
              <a:ext uri="{FF2B5EF4-FFF2-40B4-BE49-F238E27FC236}">
                <a16:creationId xmlns:a16="http://schemas.microsoft.com/office/drawing/2014/main" id="{8526FA8B-8848-4A45-B7F7-A0EF50B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4170"/>
            <a:ext cx="5531718" cy="540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직접 만들어 보고 싶었습니다.</a:t>
            </a:r>
          </a:p>
        </p:txBody>
      </p:sp>
      <p:sp>
        <p:nvSpPr>
          <p:cNvPr id="8" name="s2-text-8">
            <a:extLst xmlns:a="http://schemas.openxmlformats.org/drawingml/2006/main">
              <a:ext uri="{FF2B5EF4-FFF2-40B4-BE49-F238E27FC236}">
                <a16:creationId xmlns:a16="http://schemas.microsoft.com/office/drawing/2014/main" id="{ABF0B034-96BB-433E-9AD7-F81BCA01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2801"/>
            <a:ext cx="7818211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DJMAX에서 영감을 받아, 나만의 음악과 화면을 가진 게임을 만들기 시작했습니다.</a:t>
            </a:r>
          </a:p>
        </p:txBody>
      </p:sp>
      <p:sp>
        <p:nvSpPr>
          <p:cNvPr id="9" name="s2-line-9">
            <a:extLst xmlns:a="http://schemas.openxmlformats.org/drawingml/2006/main">
              <a:ext uri="{FF2B5EF4-FFF2-40B4-BE49-F238E27FC236}">
                <a16:creationId xmlns:a16="http://schemas.microsoft.com/office/drawing/2014/main" id="{3D2321FF-3755-45B5-9C88-E212BD99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10" name="s2-text-10">
            <a:extLst xmlns:a="http://schemas.openxmlformats.org/drawingml/2006/main">
              <a:ext uri="{FF2B5EF4-FFF2-40B4-BE49-F238E27FC236}">
                <a16:creationId xmlns:a16="http://schemas.microsoft.com/office/drawing/2014/main" id="{18B79D99-0E51-429F-A6BF-11558E5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5296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s2-text-11">
            <a:extLst xmlns:a="http://schemas.openxmlformats.org/drawingml/2006/main">
              <a:ext uri="{FF2B5EF4-FFF2-40B4-BE49-F238E27FC236}">
                <a16:creationId xmlns:a16="http://schemas.microsoft.com/office/drawing/2014/main" id="{2F5F5B70-C3CB-4519-8D7C-DFC64BAE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97"/>
            <a:ext cx="2167682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음악과 입력의 일치</a:t>
            </a:r>
          </a:p>
        </p:txBody>
      </p:sp>
      <p:sp>
        <p:nvSpPr>
          <p:cNvPr id="12" name="s2-text-12">
            <a:extLst xmlns:a="http://schemas.openxmlformats.org/drawingml/2006/main">
              <a:ext uri="{FF2B5EF4-FFF2-40B4-BE49-F238E27FC236}">
                <a16:creationId xmlns:a16="http://schemas.microsoft.com/office/drawing/2014/main" id="{C132C17C-B3AB-4618-A393-58CC525F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87"/>
            <a:ext cx="194369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노트를 누르는 순간이</a:t>
            </a:r>
          </a:p>
        </p:txBody>
      </p:sp>
      <p:sp>
        <p:nvSpPr>
          <p:cNvPr id="13" name="s2-text-13">
            <a:extLst xmlns:a="http://schemas.openxmlformats.org/drawingml/2006/main">
              <a:ext uri="{FF2B5EF4-FFF2-40B4-BE49-F238E27FC236}">
                <a16:creationId xmlns:a16="http://schemas.microsoft.com/office/drawing/2014/main" id="{32B8115A-49E9-440C-93DD-AA8F153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812"/>
            <a:ext cx="24333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실제 비트와 맞아야 합니다.</a:t>
            </a:r>
          </a:p>
        </p:txBody>
      </p:sp>
      <p:sp>
        <p:nvSpPr>
          <p:cNvPr id="14" name="s2-text-14">
            <a:extLst xmlns:a="http://schemas.openxmlformats.org/drawingml/2006/main">
              <a:ext uri="{FF2B5EF4-FFF2-40B4-BE49-F238E27FC236}">
                <a16:creationId xmlns:a16="http://schemas.microsoft.com/office/drawing/2014/main" id="{0DA04060-E67D-4DC7-AF80-3AFB09C9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65296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s2-text-15">
            <a:extLst xmlns:a="http://schemas.openxmlformats.org/drawingml/2006/main">
              <a:ext uri="{FF2B5EF4-FFF2-40B4-BE49-F238E27FC236}">
                <a16:creationId xmlns:a16="http://schemas.microsoft.com/office/drawing/2014/main" id="{7AECB47B-751A-42D2-AE4F-3B68F409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62497"/>
            <a:ext cx="136959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즐거운 반응</a:t>
            </a:r>
          </a:p>
        </p:txBody>
      </p:sp>
      <p:sp>
        <p:nvSpPr>
          <p:cNvPr id="16" name="s2-text-16">
            <a:extLst xmlns:a="http://schemas.openxmlformats.org/drawingml/2006/main">
              <a:ext uri="{FF2B5EF4-FFF2-40B4-BE49-F238E27FC236}">
                <a16:creationId xmlns:a16="http://schemas.microsoft.com/office/drawing/2014/main" id="{8D4B2058-EA05-4721-9936-2A9CD161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81587"/>
            <a:ext cx="213419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정확히 눌렀다는 느낌을</a:t>
            </a:r>
          </a:p>
        </p:txBody>
      </p:sp>
      <p:sp>
        <p:nvSpPr>
          <p:cNvPr id="17" name="s2-text-17">
            <a:extLst xmlns:a="http://schemas.openxmlformats.org/drawingml/2006/main">
              <a:ext uri="{FF2B5EF4-FFF2-40B4-BE49-F238E27FC236}">
                <a16:creationId xmlns:a16="http://schemas.microsoft.com/office/drawing/2014/main" id="{180148B3-761E-41B1-AE3D-1AAC6F4F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57812"/>
            <a:ext cx="26238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화면과 소리로 전해야 합니다.</a:t>
            </a:r>
          </a:p>
        </p:txBody>
      </p:sp>
      <p:sp>
        <p:nvSpPr>
          <p:cNvPr id="18" name="s2-text-18">
            <a:extLst xmlns:a="http://schemas.openxmlformats.org/drawingml/2006/main">
              <a:ext uri="{FF2B5EF4-FFF2-40B4-BE49-F238E27FC236}">
                <a16:creationId xmlns:a16="http://schemas.microsoft.com/office/drawing/2014/main" id="{E8B8228B-06D9-4940-9B6A-892BAC0C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65296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s2-text-19">
            <a:extLst xmlns:a="http://schemas.openxmlformats.org/drawingml/2006/main">
              <a:ext uri="{FF2B5EF4-FFF2-40B4-BE49-F238E27FC236}">
                <a16:creationId xmlns:a16="http://schemas.microsoft.com/office/drawing/2014/main" id="{A9C7358A-2298-42A0-ADE2-A5581077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97"/>
            <a:ext cx="192955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완주 가능한 흐름</a:t>
            </a:r>
          </a:p>
        </p:txBody>
      </p:sp>
      <p:sp>
        <p:nvSpPr>
          <p:cNvPr id="20" name="s2-text-20">
            <a:extLst xmlns:a="http://schemas.openxmlformats.org/drawingml/2006/main">
              <a:ext uri="{FF2B5EF4-FFF2-40B4-BE49-F238E27FC236}">
                <a16:creationId xmlns:a16="http://schemas.microsoft.com/office/drawing/2014/main" id="{05FD2FDC-9733-45A2-A916-76C9AFF5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87"/>
            <a:ext cx="194369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곡 선택부터 결과까지</a:t>
            </a:r>
          </a:p>
        </p:txBody>
      </p:sp>
      <p:sp>
        <p:nvSpPr>
          <p:cNvPr id="21" name="s2-text-21">
            <a:extLst xmlns:a="http://schemas.openxmlformats.org/drawingml/2006/main">
              <a:ext uri="{FF2B5EF4-FFF2-40B4-BE49-F238E27FC236}">
                <a16:creationId xmlns:a16="http://schemas.microsoft.com/office/drawing/2014/main" id="{A07F7EDB-58AF-4EB6-AF7F-F99FA52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57812"/>
            <a:ext cx="22428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한 번에 이어져야 합니다.</a:t>
            </a:r>
          </a:p>
        </p:txBody>
      </p:sp>
      <p:sp>
        <p:nvSpPr>
          <p:cNvPr id="22" name="s2-text-22">
            <a:extLst xmlns:a="http://schemas.openxmlformats.org/drawingml/2006/main">
              <a:ext uri="{FF2B5EF4-FFF2-40B4-BE49-F238E27FC236}">
                <a16:creationId xmlns:a16="http://schemas.microsoft.com/office/drawing/2014/main" id="{A478D324-150C-4491-85E9-AE090CCF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8398"/>
            <a:ext cx="5668045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첫 목표: 4키와 한 곡으로, 시작부터 끝까지 플레이할 수 있는 프로토타입</a:t>
            </a:r>
          </a:p>
        </p:txBody>
      </p:sp>
    </p:spTree>
    <p:extLst>
      <p:ext uri="{BB962C8B-B14F-4D97-AF65-F5344CB8AC3E}">
        <p14:creationId xmlns:p14="http://schemas.microsoft.com/office/powerpoint/2010/main" val="95120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3-rect-1">
            <a:extLst xmlns:a="http://schemas.openxmlformats.org/drawingml/2006/main">
              <a:ext uri="{FF2B5EF4-FFF2-40B4-BE49-F238E27FC236}">
                <a16:creationId xmlns:a16="http://schemas.microsoft.com/office/drawing/2014/main" id="{9C51D735-F5A2-4BD8-8AE7-1A1FA533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3-text-2">
            <a:extLst xmlns:a="http://schemas.openxmlformats.org/drawingml/2006/main">
              <a:ext uri="{FF2B5EF4-FFF2-40B4-BE49-F238E27FC236}">
                <a16:creationId xmlns:a16="http://schemas.microsoft.com/office/drawing/2014/main" id="{F541D558-8EFE-43C6-A306-1364F587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1117699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  구현한 핵심</a:t>
            </a:r>
          </a:p>
        </p:txBody>
      </p:sp>
      <p:sp>
        <p:nvSpPr>
          <p:cNvPr id="3" name="s3-text-3">
            <a:extLst xmlns:a="http://schemas.openxmlformats.org/drawingml/2006/main">
              <a:ext uri="{FF2B5EF4-FFF2-40B4-BE49-F238E27FC236}">
                <a16:creationId xmlns:a16="http://schemas.microsoft.com/office/drawing/2014/main" id="{52E92237-608E-4040-917C-7B3D530B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3351461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곡을 고르는 시작 화면</a:t>
            </a:r>
          </a:p>
        </p:txBody>
      </p:sp>
      <p:sp>
        <p:nvSpPr>
          <p:cNvPr id="4" name="s3-text-4">
            <a:extLst xmlns:a="http://schemas.openxmlformats.org/drawingml/2006/main">
              <a:ext uri="{FF2B5EF4-FFF2-40B4-BE49-F238E27FC236}">
                <a16:creationId xmlns:a16="http://schemas.microsoft.com/office/drawing/2014/main" id="{A44A60D1-7D1F-40B9-88A8-59759C89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3-text-5">
            <a:extLst xmlns:a="http://schemas.openxmlformats.org/drawingml/2006/main">
              <a:ext uri="{FF2B5EF4-FFF2-40B4-BE49-F238E27FC236}">
                <a16:creationId xmlns:a16="http://schemas.microsoft.com/office/drawing/2014/main" id="{AB7CE4AB-E7ED-451F-97F0-BEF25BBE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03 / 10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2958aa6c5499e"/>
          <a:stretch xmlns:a="http://schemas.openxmlformats.org/drawingml/2006/main"/>
        </p:blipFill>
        <p:spPr>
          <a:xfrm xmlns:a="http://schemas.openxmlformats.org/drawingml/2006/main">
            <a:off x="708708" y="1400175"/>
            <a:ext cx="6716935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s3-text-7">
            <a:extLst xmlns:a="http://schemas.openxmlformats.org/drawingml/2006/main">
              <a:ext uri="{FF2B5EF4-FFF2-40B4-BE49-F238E27FC236}">
                <a16:creationId xmlns:a16="http://schemas.microsoft.com/office/drawing/2014/main" id="{00484074-A913-45BC-8EEB-D28322DC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9746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s3-text-8">
            <a:extLst xmlns:a="http://schemas.openxmlformats.org/drawingml/2006/main">
              <a:ext uri="{FF2B5EF4-FFF2-40B4-BE49-F238E27FC236}">
                <a16:creationId xmlns:a16="http://schemas.microsoft.com/office/drawing/2014/main" id="{467737C5-6EB8-42B2-8DBE-468ED9A2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47"/>
            <a:ext cx="138168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LP 턴테이블</a:t>
            </a:r>
          </a:p>
        </p:txBody>
      </p:sp>
      <p:sp>
        <p:nvSpPr>
          <p:cNvPr id="9" name="s3-text-9">
            <a:extLst xmlns:a="http://schemas.openxmlformats.org/drawingml/2006/main">
              <a:ext uri="{FF2B5EF4-FFF2-40B4-BE49-F238E27FC236}">
                <a16:creationId xmlns:a16="http://schemas.microsoft.com/office/drawing/2014/main" id="{AE0B7E9A-1D22-4A71-B85A-8A49382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37"/>
            <a:ext cx="172789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중앙에는 선택곡을,</a:t>
            </a:r>
          </a:p>
        </p:txBody>
      </p:sp>
      <p:sp>
        <p:nvSpPr>
          <p:cNvPr id="10" name="s3-text-10">
            <a:extLst xmlns:a="http://schemas.openxmlformats.org/drawingml/2006/main">
              <a:ext uri="{FF2B5EF4-FFF2-40B4-BE49-F238E27FC236}">
                <a16:creationId xmlns:a16="http://schemas.microsoft.com/office/drawing/2014/main" id="{D99784E3-CFBD-46B1-BE75-D176571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62262"/>
            <a:ext cx="30048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양옆에는 다른 곡을 배치했습니다.</a:t>
            </a:r>
          </a:p>
        </p:txBody>
      </p:sp>
      <p:sp>
        <p:nvSpPr>
          <p:cNvPr id="11" name="s3-text-11">
            <a:extLst xmlns:a="http://schemas.openxmlformats.org/drawingml/2006/main">
              <a:ext uri="{FF2B5EF4-FFF2-40B4-BE49-F238E27FC236}">
                <a16:creationId xmlns:a16="http://schemas.microsoft.com/office/drawing/2014/main" id="{0A55F806-6DFE-4479-85E0-9A00DDE8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74696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s3-text-12">
            <a:extLst xmlns:a="http://schemas.openxmlformats.org/drawingml/2006/main">
              <a:ext uri="{FF2B5EF4-FFF2-40B4-BE49-F238E27FC236}">
                <a16:creationId xmlns:a16="http://schemas.microsoft.com/office/drawing/2014/main" id="{946EA6DE-BD46-4EE9-926C-9E8A16F3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97"/>
            <a:ext cx="184584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선택곡 미리듣기</a:t>
            </a:r>
          </a:p>
        </p:txBody>
      </p:sp>
      <p:sp>
        <p:nvSpPr>
          <p:cNvPr id="13" name="s3-text-13">
            <a:extLst xmlns:a="http://schemas.openxmlformats.org/drawingml/2006/main">
              <a:ext uri="{FF2B5EF4-FFF2-40B4-BE49-F238E27FC236}">
                <a16:creationId xmlns:a16="http://schemas.microsoft.com/office/drawing/2014/main" id="{A519CF88-6FA2-4BB1-9742-E504859A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87"/>
            <a:ext cx="220116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곡을 바꾸면 해당 음악의</a:t>
            </a:r>
          </a:p>
        </p:txBody>
      </p:sp>
      <p:sp>
        <p:nvSpPr>
          <p:cNvPr id="14" name="s3-text-14">
            <a:extLst xmlns:a="http://schemas.openxmlformats.org/drawingml/2006/main">
              <a:ext uri="{FF2B5EF4-FFF2-40B4-BE49-F238E27FC236}">
                <a16:creationId xmlns:a16="http://schemas.microsoft.com/office/drawing/2014/main" id="{69A10A6C-61CE-482F-A995-3A382496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67212"/>
            <a:ext cx="26238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짧은 구간이 반복 재생됩니다.</a:t>
            </a:r>
          </a:p>
        </p:txBody>
      </p:sp>
      <p:sp>
        <p:nvSpPr>
          <p:cNvPr id="15" name="s3-text-15">
            <a:extLst xmlns:a="http://schemas.openxmlformats.org/drawingml/2006/main">
              <a:ext uri="{FF2B5EF4-FFF2-40B4-BE49-F238E27FC236}">
                <a16:creationId xmlns:a16="http://schemas.microsoft.com/office/drawing/2014/main" id="{B9EF6D7A-6EB2-44B5-B455-43FED9EB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9646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s3-text-16">
            <a:extLst xmlns:a="http://schemas.openxmlformats.org/drawingml/2006/main">
              <a:ext uri="{FF2B5EF4-FFF2-40B4-BE49-F238E27FC236}">
                <a16:creationId xmlns:a16="http://schemas.microsoft.com/office/drawing/2014/main" id="{BA6839FA-0464-425E-8C7E-7A02CD76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76847"/>
            <a:ext cx="136959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간단한 시작</a:t>
            </a:r>
          </a:p>
        </p:txBody>
      </p:sp>
      <p:sp>
        <p:nvSpPr>
          <p:cNvPr id="17" name="s3-text-17">
            <a:extLst xmlns:a="http://schemas.openxmlformats.org/drawingml/2006/main">
              <a:ext uri="{FF2B5EF4-FFF2-40B4-BE49-F238E27FC236}">
                <a16:creationId xmlns:a16="http://schemas.microsoft.com/office/drawing/2014/main" id="{2B88ED06-67E4-45CB-825E-3FD00B4E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37"/>
            <a:ext cx="239166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좌우 화살키로 곡을 고르고</a:t>
            </a:r>
          </a:p>
        </p:txBody>
      </p:sp>
      <p:sp>
        <p:nvSpPr>
          <p:cNvPr id="18" name="s3-text-18">
            <a:extLst xmlns:a="http://schemas.openxmlformats.org/drawingml/2006/main">
              <a:ext uri="{FF2B5EF4-FFF2-40B4-BE49-F238E27FC236}">
                <a16:creationId xmlns:a16="http://schemas.microsoft.com/office/drawing/2014/main" id="{CE69B704-10EE-45C0-A0BF-6AB10A58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72162"/>
            <a:ext cx="261946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Enter로 플레이를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2120779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4-rect-1">
            <a:extLst xmlns:a="http://schemas.openxmlformats.org/drawingml/2006/main">
              <a:ext uri="{FF2B5EF4-FFF2-40B4-BE49-F238E27FC236}">
                <a16:creationId xmlns:a16="http://schemas.microsoft.com/office/drawing/2014/main" id="{FC09483D-7154-4992-B271-B506C06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4-text-2">
            <a:extLst xmlns:a="http://schemas.openxmlformats.org/drawingml/2006/main">
              <a:ext uri="{FF2B5EF4-FFF2-40B4-BE49-F238E27FC236}">
                <a16:creationId xmlns:a16="http://schemas.microsoft.com/office/drawing/2014/main" id="{AD3FF248-8023-4C43-A1CE-89A883C8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1117699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  구현한 핵심</a:t>
            </a:r>
          </a:p>
        </p:txBody>
      </p:sp>
      <p:sp>
        <p:nvSpPr>
          <p:cNvPr id="3" name="s4-text-3">
            <a:extLst xmlns:a="http://schemas.openxmlformats.org/drawingml/2006/main">
              <a:ext uri="{FF2B5EF4-FFF2-40B4-BE49-F238E27FC236}">
                <a16:creationId xmlns:a16="http://schemas.microsoft.com/office/drawing/2014/main" id="{3816F76E-AFCE-4D26-B547-37F05B6F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3999161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음악에 맞춰 누르는 플레이</a:t>
            </a:r>
          </a:p>
        </p:txBody>
      </p:sp>
      <p:sp>
        <p:nvSpPr>
          <p:cNvPr id="4" name="s4-text-4">
            <a:extLst xmlns:a="http://schemas.openxmlformats.org/drawingml/2006/main">
              <a:ext uri="{FF2B5EF4-FFF2-40B4-BE49-F238E27FC236}">
                <a16:creationId xmlns:a16="http://schemas.microsoft.com/office/drawing/2014/main" id="{EE94FE63-4FAB-4F68-8E8F-5A63A0C9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4-text-5">
            <a:extLst xmlns:a="http://schemas.openxmlformats.org/drawingml/2006/main">
              <a:ext uri="{FF2B5EF4-FFF2-40B4-BE49-F238E27FC236}">
                <a16:creationId xmlns:a16="http://schemas.microsoft.com/office/drawing/2014/main" id="{0B27DF16-6DB5-4AB2-A8BE-43741EE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04 / 10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85e1d75944b4a"/>
          <a:stretch xmlns:a="http://schemas.openxmlformats.org/drawingml/2006/main"/>
        </p:blipFill>
        <p:spPr>
          <a:xfrm xmlns:a="http://schemas.openxmlformats.org/drawingml/2006/main">
            <a:off x="682873" y="1381125"/>
            <a:ext cx="6768604" cy="4991100"/>
          </a:xfrm>
          <a:prstGeom xmlns:a="http://schemas.openxmlformats.org/drawingml/2006/main" prst="rect">
            <a:avLst/>
          </a:prstGeom>
        </p:spPr>
      </p:pic>
      <p:sp>
        <p:nvSpPr>
          <p:cNvPr id="7" name="s4-text-7">
            <a:extLst xmlns:a="http://schemas.openxmlformats.org/drawingml/2006/main">
              <a:ext uri="{FF2B5EF4-FFF2-40B4-BE49-F238E27FC236}">
                <a16:creationId xmlns:a16="http://schemas.microsoft.com/office/drawing/2014/main" id="{A106F77E-B964-49FE-A4E4-F0470764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927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s4-text-8">
            <a:extLst xmlns:a="http://schemas.openxmlformats.org/drawingml/2006/main">
              <a:ext uri="{FF2B5EF4-FFF2-40B4-BE49-F238E27FC236}">
                <a16:creationId xmlns:a16="http://schemas.microsoft.com/office/drawing/2014/main" id="{1A4D99D1-AFF2-48CB-B5AC-998D80D1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76472"/>
            <a:ext cx="126959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D · F · J · K</a:t>
            </a:r>
          </a:p>
        </p:txBody>
      </p:sp>
      <p:sp>
        <p:nvSpPr>
          <p:cNvPr id="9" name="s4-text-9">
            <a:extLst xmlns:a="http://schemas.openxmlformats.org/drawingml/2006/main">
              <a:ext uri="{FF2B5EF4-FFF2-40B4-BE49-F238E27FC236}">
                <a16:creationId xmlns:a16="http://schemas.microsoft.com/office/drawing/2014/main" id="{EC68C619-9212-46DC-A41A-A4A51C68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95562"/>
            <a:ext cx="232469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내려오는 노트를 판정선에</a:t>
            </a:r>
          </a:p>
        </p:txBody>
      </p:sp>
      <p:sp>
        <p:nvSpPr>
          <p:cNvPr id="10" name="s4-text-10">
            <a:extLst xmlns:a="http://schemas.openxmlformats.org/drawingml/2006/main">
              <a:ext uri="{FF2B5EF4-FFF2-40B4-BE49-F238E27FC236}">
                <a16:creationId xmlns:a16="http://schemas.microsoft.com/office/drawing/2014/main" id="{BA93C6F1-926B-4A6C-8A4E-E885B496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87"/>
            <a:ext cx="2500313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맞춰 네 키로 누르면 됩니다.</a:t>
            </a:r>
          </a:p>
        </p:txBody>
      </p:sp>
      <p:sp>
        <p:nvSpPr>
          <p:cNvPr id="11" name="s4-text-11">
            <a:extLst xmlns:a="http://schemas.openxmlformats.org/drawingml/2006/main">
              <a:ext uri="{FF2B5EF4-FFF2-40B4-BE49-F238E27FC236}">
                <a16:creationId xmlns:a16="http://schemas.microsoft.com/office/drawing/2014/main" id="{EABA6F8A-7F78-4038-9794-54C6DEF7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3746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s4-text-12">
            <a:extLst xmlns:a="http://schemas.openxmlformats.org/drawingml/2006/main">
              <a:ext uri="{FF2B5EF4-FFF2-40B4-BE49-F238E27FC236}">
                <a16:creationId xmlns:a16="http://schemas.microsoft.com/office/drawing/2014/main" id="{06CC2184-56B1-4A8F-BE32-A84A01E1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47"/>
            <a:ext cx="136959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판정과 콤보</a:t>
            </a:r>
          </a:p>
        </p:txBody>
      </p:sp>
      <p:sp>
        <p:nvSpPr>
          <p:cNvPr id="13" name="s4-text-13">
            <a:extLst xmlns:a="http://schemas.openxmlformats.org/drawingml/2006/main">
              <a:ext uri="{FF2B5EF4-FFF2-40B4-BE49-F238E27FC236}">
                <a16:creationId xmlns:a16="http://schemas.microsoft.com/office/drawing/2014/main" id="{CE2E6540-12D2-4382-BCE3-675D4797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37"/>
            <a:ext cx="270737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PERFECT · GREAT · GOOD으로</a:t>
            </a:r>
          </a:p>
        </p:txBody>
      </p:sp>
      <p:sp>
        <p:nvSpPr>
          <p:cNvPr id="14" name="s4-text-14">
            <a:extLst xmlns:a="http://schemas.openxmlformats.org/drawingml/2006/main">
              <a:ext uri="{FF2B5EF4-FFF2-40B4-BE49-F238E27FC236}">
                <a16:creationId xmlns:a16="http://schemas.microsoft.com/office/drawing/2014/main" id="{559CFA62-8608-45EA-A61D-C7E5E449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86262"/>
            <a:ext cx="31953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타이밍을 확인하며 점수를 쌓습니다.</a:t>
            </a:r>
          </a:p>
        </p:txBody>
      </p:sp>
      <p:sp>
        <p:nvSpPr>
          <p:cNvPr id="15" name="s4-text-15">
            <a:extLst xmlns:a="http://schemas.openxmlformats.org/drawingml/2006/main">
              <a:ext uri="{FF2B5EF4-FFF2-40B4-BE49-F238E27FC236}">
                <a16:creationId xmlns:a16="http://schemas.microsoft.com/office/drawing/2014/main" id="{1604233F-7ACF-4411-B648-1283D053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0822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s4-text-16">
            <a:extLst xmlns:a="http://schemas.openxmlformats.org/drawingml/2006/main">
              <a:ext uri="{FF2B5EF4-FFF2-40B4-BE49-F238E27FC236}">
                <a16:creationId xmlns:a16="http://schemas.microsoft.com/office/drawing/2014/main" id="{B0C05E5A-4A2A-457C-86F9-696E8D8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05422"/>
            <a:ext cx="2167682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음악이 기준인 처리</a:t>
            </a:r>
          </a:p>
        </p:txBody>
      </p:sp>
      <p:sp>
        <p:nvSpPr>
          <p:cNvPr id="17" name="s4-text-17">
            <a:extLst xmlns:a="http://schemas.openxmlformats.org/drawingml/2006/main">
              <a:ext uri="{FF2B5EF4-FFF2-40B4-BE49-F238E27FC236}">
                <a16:creationId xmlns:a16="http://schemas.microsoft.com/office/drawing/2014/main" id="{94C65BEB-609F-4BF3-952A-0E4C91F8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512"/>
            <a:ext cx="239166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음악 재생 시간을 기준으로</a:t>
            </a:r>
          </a:p>
        </p:txBody>
      </p:sp>
      <p:sp>
        <p:nvSpPr>
          <p:cNvPr id="18" name="s4-text-18">
            <a:extLst xmlns:a="http://schemas.openxmlformats.org/drawingml/2006/main">
              <a:ext uri="{FF2B5EF4-FFF2-40B4-BE49-F238E27FC236}">
                <a16:creationId xmlns:a16="http://schemas.microsoft.com/office/drawing/2014/main" id="{F75E75F6-0636-40E1-8593-A24255E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00737"/>
            <a:ext cx="28143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노트 위치와 입력을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036284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5-rect-1">
            <a:extLst xmlns:a="http://schemas.openxmlformats.org/drawingml/2006/main">
              <a:ext uri="{FF2B5EF4-FFF2-40B4-BE49-F238E27FC236}">
                <a16:creationId xmlns:a16="http://schemas.microsoft.com/office/drawing/2014/main" id="{F9ED4FFB-60E4-4E1B-9D9B-9E980402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5-text-2">
            <a:extLst xmlns:a="http://schemas.openxmlformats.org/drawingml/2006/main">
              <a:ext uri="{FF2B5EF4-FFF2-40B4-BE49-F238E27FC236}">
                <a16:creationId xmlns:a16="http://schemas.microsoft.com/office/drawing/2014/main" id="{E33C30F2-04D0-4DA8-96A2-F5C91C7A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1117699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  구현한 핵심</a:t>
            </a:r>
          </a:p>
        </p:txBody>
      </p:sp>
      <p:sp>
        <p:nvSpPr>
          <p:cNvPr id="3" name="s5-text-3">
            <a:extLst xmlns:a="http://schemas.openxmlformats.org/drawingml/2006/main">
              <a:ext uri="{FF2B5EF4-FFF2-40B4-BE49-F238E27FC236}">
                <a16:creationId xmlns:a16="http://schemas.microsoft.com/office/drawing/2014/main" id="{E3AFD913-24EF-4E9B-925E-64C5427F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3351461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세 곡의 오리지널 음악</a:t>
            </a:r>
          </a:p>
        </p:txBody>
      </p:sp>
      <p:sp>
        <p:nvSpPr>
          <p:cNvPr id="4" name="s5-text-4">
            <a:extLst xmlns:a="http://schemas.openxmlformats.org/drawingml/2006/main">
              <a:ext uri="{FF2B5EF4-FFF2-40B4-BE49-F238E27FC236}">
                <a16:creationId xmlns:a16="http://schemas.microsoft.com/office/drawing/2014/main" id="{C2627FFE-5F5E-4C77-A8C1-BDAA5C0E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5-text-5">
            <a:extLst xmlns:a="http://schemas.openxmlformats.org/drawingml/2006/main">
              <a:ext uri="{FF2B5EF4-FFF2-40B4-BE49-F238E27FC236}">
                <a16:creationId xmlns:a16="http://schemas.microsoft.com/office/drawing/2014/main" id="{FC2B8F9E-E1A7-4F27-BBCA-253C903E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05 / 10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2175b6c704b64"/>
          <a:stretch xmlns:a="http://schemas.openxmlformats.org/drawingml/2006/main"/>
        </p:blipFill>
        <p:spPr>
          <a:xfrm xmlns:a="http://schemas.openxmlformats.org/drawingml/2006/main">
            <a:off x="571500" y="1438275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s5-text-7">
            <a:extLst xmlns:a="http://schemas.openxmlformats.org/drawingml/2006/main">
              <a:ext uri="{FF2B5EF4-FFF2-40B4-BE49-F238E27FC236}">
                <a16:creationId xmlns:a16="http://schemas.microsoft.com/office/drawing/2014/main" id="{DCDB365C-A9A8-4DCE-8AEB-2AE34912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8203"/>
            <a:ext cx="1586954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AFTERGLOW</a:t>
            </a:r>
          </a:p>
        </p:txBody>
      </p:sp>
      <p:sp>
        <p:nvSpPr>
          <p:cNvPr id="8" name="s5-text-8">
            <a:extLst xmlns:a="http://schemas.openxmlformats.org/drawingml/2006/main">
              <a:ext uri="{FF2B5EF4-FFF2-40B4-BE49-F238E27FC236}">
                <a16:creationId xmlns:a16="http://schemas.microsoft.com/office/drawing/2014/main" id="{21403E85-EA02-4EAA-9ECC-5F76CD1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3473"/>
            <a:ext cx="833624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148 BPM</a:t>
            </a:r>
          </a:p>
        </p:txBody>
      </p:sp>
      <p:sp>
        <p:nvSpPr>
          <p:cNvPr id="9" name="s5-text-9">
            <a:extLst xmlns:a="http://schemas.openxmlformats.org/drawingml/2006/main">
              <a:ext uri="{FF2B5EF4-FFF2-40B4-BE49-F238E27FC236}">
                <a16:creationId xmlns:a16="http://schemas.microsoft.com/office/drawing/2014/main" id="{22AECCB0-FC6D-49E4-857F-7F8B3876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14962"/>
            <a:ext cx="258216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밝고 에너지 있는 신스웨이브</a:t>
            </a:r>
          </a:p>
        </p:txBody>
      </p:sp>
      <p:sp>
        <p:nvSpPr>
          <p:cNvPr id="10" name="s5-text-10">
            <a:extLst xmlns:a="http://schemas.openxmlformats.org/drawingml/2006/main">
              <a:ext uri="{FF2B5EF4-FFF2-40B4-BE49-F238E27FC236}">
                <a16:creationId xmlns:a16="http://schemas.microsoft.com/office/drawing/2014/main" id="{12D197C8-B91E-4DBE-A724-1F7A20A2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3098"/>
            <a:ext cx="1819126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강한 비트와 네온 신스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e0c50421f47c1"/>
          <a:stretch xmlns:a="http://schemas.openxmlformats.org/drawingml/2006/main"/>
        </p:blipFill>
        <p:spPr>
          <a:xfrm xmlns:a="http://schemas.openxmlformats.org/drawingml/2006/main">
            <a:off x="4410075" y="1438275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s5-text-12">
            <a:extLst xmlns:a="http://schemas.openxmlformats.org/drawingml/2006/main">
              <a:ext uri="{FF2B5EF4-FFF2-40B4-BE49-F238E27FC236}">
                <a16:creationId xmlns:a16="http://schemas.microsoft.com/office/drawing/2014/main" id="{E1C97BC3-DD05-4044-B048-A3EE6D06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88203"/>
            <a:ext cx="1846213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TIDAL CIRCUIT</a:t>
            </a:r>
          </a:p>
        </p:txBody>
      </p:sp>
      <p:sp>
        <p:nvSpPr>
          <p:cNvPr id="13" name="s5-text-13">
            <a:extLst xmlns:a="http://schemas.openxmlformats.org/drawingml/2006/main">
              <a:ext uri="{FF2B5EF4-FFF2-40B4-BE49-F238E27FC236}">
                <a16:creationId xmlns:a16="http://schemas.microsoft.com/office/drawing/2014/main" id="{200F200B-00DA-44D6-99E5-80EE10DD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63473"/>
            <a:ext cx="833624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132 BPM</a:t>
            </a:r>
          </a:p>
        </p:txBody>
      </p:sp>
      <p:sp>
        <p:nvSpPr>
          <p:cNvPr id="14" name="s5-text-14">
            <a:extLst xmlns:a="http://schemas.openxmlformats.org/drawingml/2006/main">
              <a:ext uri="{FF2B5EF4-FFF2-40B4-BE49-F238E27FC236}">
                <a16:creationId xmlns:a16="http://schemas.microsoft.com/office/drawing/2014/main" id="{5FF39772-5849-4D9B-93B8-5F25CD61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14962"/>
            <a:ext cx="194369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몽환적인 브로큰 비트</a:t>
            </a:r>
          </a:p>
        </p:txBody>
      </p:sp>
      <p:sp>
        <p:nvSpPr>
          <p:cNvPr id="15" name="s5-text-15">
            <a:extLst xmlns:a="http://schemas.openxmlformats.org/drawingml/2006/main">
              <a:ext uri="{FF2B5EF4-FFF2-40B4-BE49-F238E27FC236}">
                <a16:creationId xmlns:a16="http://schemas.microsoft.com/office/drawing/2014/main" id="{90285554-5866-4491-B9B5-381E9A02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73098"/>
            <a:ext cx="2162026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깊은 베이스와 엇박의 흐름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ef108cefa4ff0"/>
          <a:stretch xmlns:a="http://schemas.openxmlformats.org/drawingml/2006/main"/>
        </p:blipFill>
        <p:spPr>
          <a:xfrm xmlns:a="http://schemas.openxmlformats.org/drawingml/2006/main">
            <a:off x="8248650" y="1438275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17" name="s5-text-17">
            <a:extLst xmlns:a="http://schemas.openxmlformats.org/drawingml/2006/main">
              <a:ext uri="{FF2B5EF4-FFF2-40B4-BE49-F238E27FC236}">
                <a16:creationId xmlns:a16="http://schemas.microsoft.com/office/drawing/2014/main" id="{D6D3775C-725F-4B82-AD51-133E4E8B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8203"/>
            <a:ext cx="1607148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ASTRAL VEIL</a:t>
            </a:r>
          </a:p>
        </p:txBody>
      </p:sp>
      <p:sp>
        <p:nvSpPr>
          <p:cNvPr id="18" name="s5-text-18">
            <a:extLst xmlns:a="http://schemas.openxmlformats.org/drawingml/2006/main">
              <a:ext uri="{FF2B5EF4-FFF2-40B4-BE49-F238E27FC236}">
                <a16:creationId xmlns:a16="http://schemas.microsoft.com/office/drawing/2014/main" id="{B5553A6B-2B0A-4B7C-BBD3-48B61977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63473"/>
            <a:ext cx="833624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126 BPM</a:t>
            </a:r>
          </a:p>
        </p:txBody>
      </p:sp>
      <p:sp>
        <p:nvSpPr>
          <p:cNvPr id="19" name="s5-text-19">
            <a:extLst xmlns:a="http://schemas.openxmlformats.org/drawingml/2006/main">
              <a:ext uri="{FF2B5EF4-FFF2-40B4-BE49-F238E27FC236}">
                <a16:creationId xmlns:a16="http://schemas.microsoft.com/office/drawing/2014/main" id="{B1FED20E-7684-42D0-854D-F08F5F07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14962"/>
            <a:ext cx="251519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우주적이고 어두운 일렉트로</a:t>
            </a:r>
          </a:p>
        </p:txBody>
      </p:sp>
      <p:sp>
        <p:nvSpPr>
          <p:cNvPr id="20" name="s5-text-20">
            <a:extLst xmlns:a="http://schemas.openxmlformats.org/drawingml/2006/main">
              <a:ext uri="{FF2B5EF4-FFF2-40B4-BE49-F238E27FC236}">
                <a16:creationId xmlns:a16="http://schemas.microsoft.com/office/drawing/2014/main" id="{A3C4C971-FC9F-4802-8764-5130F25E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73098"/>
            <a:ext cx="2333476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넓은 패드와 반복 아르페지오</a:t>
            </a:r>
          </a:p>
        </p:txBody>
      </p:sp>
      <p:sp>
        <p:nvSpPr>
          <p:cNvPr id="21" name="s5-line-21">
            <a:extLst xmlns:a="http://schemas.openxmlformats.org/drawingml/2006/main">
              <a:ext uri="{FF2B5EF4-FFF2-40B4-BE49-F238E27FC236}">
                <a16:creationId xmlns:a16="http://schemas.microsoft.com/office/drawing/2014/main" id="{72922C00-4616-4DC1-9E18-AFDAA0C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22" name="s5-text-22">
            <a:extLst xmlns:a="http://schemas.openxmlformats.org/drawingml/2006/main">
              <a:ext uri="{FF2B5EF4-FFF2-40B4-BE49-F238E27FC236}">
                <a16:creationId xmlns:a16="http://schemas.microsoft.com/office/drawing/2014/main" id="{57340801-017C-4DF5-9579-DEC3D3ED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7942"/>
            <a:ext cx="7019441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코드로 만든 음악의 악기 타이밍에 맞춰 채보를 구성했습니다. 대기 음악은 NEON HALO입니다.</a:t>
            </a:r>
          </a:p>
        </p:txBody>
      </p:sp>
    </p:spTree>
    <p:extLst>
      <p:ext uri="{BB962C8B-B14F-4D97-AF65-F5344CB8AC3E}">
        <p14:creationId xmlns:p14="http://schemas.microsoft.com/office/powerpoint/2010/main" val="739650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6-rect-1">
            <a:extLst xmlns:a="http://schemas.openxmlformats.org/drawingml/2006/main">
              <a:ext uri="{FF2B5EF4-FFF2-40B4-BE49-F238E27FC236}">
                <a16:creationId xmlns:a16="http://schemas.microsoft.com/office/drawing/2014/main" id="{A4E296D8-67FE-4C8D-8DA6-AAA1FC3B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6-text-2">
            <a:extLst xmlns:a="http://schemas.openxmlformats.org/drawingml/2006/main">
              <a:ext uri="{FF2B5EF4-FFF2-40B4-BE49-F238E27FC236}">
                <a16:creationId xmlns:a16="http://schemas.microsoft.com/office/drawing/2014/main" id="{FEE6E446-673D-4942-817E-661DCEE6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1117699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  구현한 핵심</a:t>
            </a:r>
          </a:p>
        </p:txBody>
      </p:sp>
      <p:sp>
        <p:nvSpPr>
          <p:cNvPr id="3" name="s6-text-3">
            <a:extLst xmlns:a="http://schemas.openxmlformats.org/drawingml/2006/main">
              <a:ext uri="{FF2B5EF4-FFF2-40B4-BE49-F238E27FC236}">
                <a16:creationId xmlns:a16="http://schemas.microsoft.com/office/drawing/2014/main" id="{CBC05743-E829-4181-AA53-E11A3975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3123754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타격감부터 결과까지</a:t>
            </a:r>
          </a:p>
        </p:txBody>
      </p:sp>
      <p:sp>
        <p:nvSpPr>
          <p:cNvPr id="4" name="s6-text-4">
            <a:extLst xmlns:a="http://schemas.openxmlformats.org/drawingml/2006/main">
              <a:ext uri="{FF2B5EF4-FFF2-40B4-BE49-F238E27FC236}">
                <a16:creationId xmlns:a16="http://schemas.microsoft.com/office/drawing/2014/main" id="{E17DFD43-6499-422B-B284-A1E69F65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6-text-5">
            <a:extLst xmlns:a="http://schemas.openxmlformats.org/drawingml/2006/main">
              <a:ext uri="{FF2B5EF4-FFF2-40B4-BE49-F238E27FC236}">
                <a16:creationId xmlns:a16="http://schemas.microsoft.com/office/drawing/2014/main" id="{96EA68C3-B11F-4B22-9611-415B89CD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06 / 10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87c988cea4549"/>
          <a:stretch xmlns:a="http://schemas.openxmlformats.org/drawingml/2006/main"/>
        </p:blipFill>
        <p:spPr>
          <a:xfrm xmlns:a="http://schemas.openxmlformats.org/drawingml/2006/main">
            <a:off x="682873" y="1381125"/>
            <a:ext cx="6768604" cy="4991100"/>
          </a:xfrm>
          <a:prstGeom xmlns:a="http://schemas.openxmlformats.org/drawingml/2006/main" prst="rect">
            <a:avLst/>
          </a:prstGeom>
        </p:spPr>
      </p:pic>
      <p:sp>
        <p:nvSpPr>
          <p:cNvPr id="7" name="s6-text-7">
            <a:extLst xmlns:a="http://schemas.openxmlformats.org/drawingml/2006/main">
              <a:ext uri="{FF2B5EF4-FFF2-40B4-BE49-F238E27FC236}">
                <a16:creationId xmlns:a16="http://schemas.microsoft.com/office/drawing/2014/main" id="{E240381C-30FC-46CE-AA81-FEA6B00F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9832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s6-text-8">
            <a:extLst xmlns:a="http://schemas.openxmlformats.org/drawingml/2006/main">
              <a:ext uri="{FF2B5EF4-FFF2-40B4-BE49-F238E27FC236}">
                <a16:creationId xmlns:a16="http://schemas.microsoft.com/office/drawing/2014/main" id="{2D09F5B9-F75E-434C-AEFB-2A415B6E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95522"/>
            <a:ext cx="2167682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화면과 소리의 반응</a:t>
            </a:r>
          </a:p>
        </p:txBody>
      </p:sp>
      <p:sp>
        <p:nvSpPr>
          <p:cNvPr id="9" name="s6-text-9">
            <a:extLst xmlns:a="http://schemas.openxmlformats.org/drawingml/2006/main">
              <a:ext uri="{FF2B5EF4-FFF2-40B4-BE49-F238E27FC236}">
                <a16:creationId xmlns:a16="http://schemas.microsoft.com/office/drawing/2014/main" id="{8832B7C1-84D4-4A60-B0C0-7A023050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14612"/>
            <a:ext cx="26238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짧은 타격음과 빛·입자 효과로</a:t>
            </a:r>
          </a:p>
        </p:txBody>
      </p:sp>
      <p:sp>
        <p:nvSpPr>
          <p:cNvPr id="10" name="s6-text-10">
            <a:extLst xmlns:a="http://schemas.openxmlformats.org/drawingml/2006/main">
              <a:ext uri="{FF2B5EF4-FFF2-40B4-BE49-F238E27FC236}">
                <a16:creationId xmlns:a16="http://schemas.microsoft.com/office/drawing/2014/main" id="{BEBE7527-5024-4710-9D8C-5FEA73F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37"/>
            <a:ext cx="28143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입력이 성공했음을 알려 줍니다.</a:t>
            </a:r>
          </a:p>
        </p:txBody>
      </p:sp>
      <p:sp>
        <p:nvSpPr>
          <p:cNvPr id="11" name="s6-text-11">
            <a:extLst xmlns:a="http://schemas.openxmlformats.org/drawingml/2006/main">
              <a:ext uri="{FF2B5EF4-FFF2-40B4-BE49-F238E27FC236}">
                <a16:creationId xmlns:a16="http://schemas.microsoft.com/office/drawing/2014/main" id="{26966BA4-E4B7-411F-845C-ED21D444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31846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s6-text-12">
            <a:extLst xmlns:a="http://schemas.openxmlformats.org/drawingml/2006/main">
              <a:ext uri="{FF2B5EF4-FFF2-40B4-BE49-F238E27FC236}">
                <a16:creationId xmlns:a16="http://schemas.microsoft.com/office/drawing/2014/main" id="{81AE3748-D81C-4484-99E7-E18A5C1C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47"/>
            <a:ext cx="210059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난이도 LEVEL 1·2·3</a:t>
            </a:r>
          </a:p>
        </p:txBody>
      </p:sp>
      <p:sp>
        <p:nvSpPr>
          <p:cNvPr id="13" name="s6-text-13">
            <a:extLst xmlns:a="http://schemas.openxmlformats.org/drawingml/2006/main">
              <a:ext uri="{FF2B5EF4-FFF2-40B4-BE49-F238E27FC236}">
                <a16:creationId xmlns:a16="http://schemas.microsoft.com/office/drawing/2014/main" id="{2EB9772D-9D0F-4142-822A-B61D334E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37"/>
            <a:ext cx="2649141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노트 수와 동시 입력을 바꾸고</a:t>
            </a:r>
          </a:p>
        </p:txBody>
      </p:sp>
      <p:sp>
        <p:nvSpPr>
          <p:cNvPr id="14" name="s6-text-14">
            <a:extLst xmlns:a="http://schemas.openxmlformats.org/drawingml/2006/main">
              <a:ext uri="{FF2B5EF4-FFF2-40B4-BE49-F238E27FC236}">
                <a16:creationId xmlns:a16="http://schemas.microsoft.com/office/drawing/2014/main" id="{53F31587-8817-4C18-B5E8-92CC77DC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24362"/>
            <a:ext cx="26238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노트 속도는 따로 조절합니다.</a:t>
            </a:r>
          </a:p>
        </p:txBody>
      </p:sp>
      <p:sp>
        <p:nvSpPr>
          <p:cNvPr id="15" name="s6-text-15">
            <a:extLst xmlns:a="http://schemas.openxmlformats.org/drawingml/2006/main">
              <a:ext uri="{FF2B5EF4-FFF2-40B4-BE49-F238E27FC236}">
                <a16:creationId xmlns:a16="http://schemas.microsoft.com/office/drawing/2014/main" id="{F4BE9AC3-8366-4E68-BEA0-427CA32D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8442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s6-text-16">
            <a:extLst xmlns:a="http://schemas.openxmlformats.org/drawingml/2006/main">
              <a:ext uri="{FF2B5EF4-FFF2-40B4-BE49-F238E27FC236}">
                <a16:creationId xmlns:a16="http://schemas.microsoft.com/office/drawing/2014/main" id="{36E27BCE-C0B4-438A-A2F4-EC902A54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81622"/>
            <a:ext cx="2167682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기록과 다시 플레이</a:t>
            </a:r>
          </a:p>
        </p:txBody>
      </p:sp>
      <p:sp>
        <p:nvSpPr>
          <p:cNvPr id="17" name="s6-text-17">
            <a:extLst xmlns:a="http://schemas.openxmlformats.org/drawingml/2006/main">
              <a:ext uri="{FF2B5EF4-FFF2-40B4-BE49-F238E27FC236}">
                <a16:creationId xmlns:a16="http://schemas.microsoft.com/office/drawing/2014/main" id="{23206BB8-18AC-40AC-948B-8883717D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00712"/>
            <a:ext cx="2979539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점수·정확도·최고 콤보를 확인하고</a:t>
            </a:r>
          </a:p>
        </p:txBody>
      </p:sp>
      <p:sp>
        <p:nvSpPr>
          <p:cNvPr id="18" name="s6-text-18">
            <a:extLst xmlns:a="http://schemas.openxmlformats.org/drawingml/2006/main">
              <a:ext uri="{FF2B5EF4-FFF2-40B4-BE49-F238E27FC236}">
                <a16:creationId xmlns:a16="http://schemas.microsoft.com/office/drawing/2014/main" id="{417494C9-D28F-4A1D-891E-C294F66F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76937"/>
            <a:ext cx="313878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같은 곡에 다시 도전할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46126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7-rect-1">
            <a:extLst xmlns:a="http://schemas.openxmlformats.org/drawingml/2006/main">
              <a:ext uri="{FF2B5EF4-FFF2-40B4-BE49-F238E27FC236}">
                <a16:creationId xmlns:a16="http://schemas.microsoft.com/office/drawing/2014/main" id="{522B01E1-25AB-40EE-879B-083BD75C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7-text-2">
            <a:extLst xmlns:a="http://schemas.openxmlformats.org/drawingml/2006/main">
              <a:ext uri="{FF2B5EF4-FFF2-40B4-BE49-F238E27FC236}">
                <a16:creationId xmlns:a16="http://schemas.microsoft.com/office/drawing/2014/main" id="{154A2598-3E38-4AAF-97B0-2A8E6AB5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716979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개발 과정</a:t>
            </a:r>
          </a:p>
        </p:txBody>
      </p:sp>
      <p:sp>
        <p:nvSpPr>
          <p:cNvPr id="3" name="s7-text-3">
            <a:extLst xmlns:a="http://schemas.openxmlformats.org/drawingml/2006/main">
              <a:ext uri="{FF2B5EF4-FFF2-40B4-BE49-F238E27FC236}">
                <a16:creationId xmlns:a16="http://schemas.microsoft.com/office/drawing/2014/main" id="{A9A4C19C-03AF-436B-9C94-2172909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2476054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개발 워크플로우</a:t>
            </a:r>
          </a:p>
        </p:txBody>
      </p:sp>
      <p:sp>
        <p:nvSpPr>
          <p:cNvPr id="4" name="s7-text-4">
            <a:extLst xmlns:a="http://schemas.openxmlformats.org/drawingml/2006/main">
              <a:ext uri="{FF2B5EF4-FFF2-40B4-BE49-F238E27FC236}">
                <a16:creationId xmlns:a16="http://schemas.microsoft.com/office/drawing/2014/main" id="{D5158EAA-C2E8-4E40-BA21-AA2E35DD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7-text-5">
            <a:extLst xmlns:a="http://schemas.openxmlformats.org/drawingml/2006/main">
              <a:ext uri="{FF2B5EF4-FFF2-40B4-BE49-F238E27FC236}">
                <a16:creationId xmlns:a16="http://schemas.microsoft.com/office/drawing/2014/main" id="{D0D25778-DB6F-4759-A193-F2270DE3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07 / 10</a:t>
            </a:r>
          </a:p>
        </p:txBody>
      </p:sp>
      <p:sp>
        <p:nvSpPr>
          <p:cNvPr id="6" name="s7-text-6">
            <a:extLst xmlns:a="http://schemas.openxmlformats.org/drawingml/2006/main">
              <a:ext uri="{FF2B5EF4-FFF2-40B4-BE49-F238E27FC236}">
                <a16:creationId xmlns:a16="http://schemas.microsoft.com/office/drawing/2014/main" id="{E759BB8F-D727-45B4-8052-3A13384B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56"/>
            <a:ext cx="653802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작게 구현하고, 실행 결과를 보며 다시 고쳤습니다.</a:t>
            </a:r>
          </a:p>
        </p:txBody>
      </p:sp>
      <p:sp>
        <p:nvSpPr>
          <p:cNvPr id="7" name="s7-text-7">
            <a:extLst xmlns:a="http://schemas.openxmlformats.org/drawingml/2006/main">
              <a:ext uri="{FF2B5EF4-FFF2-40B4-BE49-F238E27FC236}">
                <a16:creationId xmlns:a16="http://schemas.microsoft.com/office/drawing/2014/main" id="{7CC58415-D48B-4D59-8ADC-7856534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712" y="209362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s7-rect-8">
            <a:extLst xmlns:a="http://schemas.openxmlformats.org/drawingml/2006/main">
              <a:ext uri="{FF2B5EF4-FFF2-40B4-BE49-F238E27FC236}">
                <a16:creationId xmlns:a16="http://schemas.microsoft.com/office/drawing/2014/main" id="{C9E21D28-0D01-4FED-B52F-29F18907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93443"/>
            </a:solidFill>
          </a:ln>
        </p:spPr>
      </p:sp>
      <p:sp>
        <p:nvSpPr>
          <p:cNvPr id="9" name="s7-text-9">
            <a:extLst xmlns:a="http://schemas.openxmlformats.org/drawingml/2006/main">
              <a:ext uri="{FF2B5EF4-FFF2-40B4-BE49-F238E27FC236}">
                <a16:creationId xmlns:a16="http://schemas.microsoft.com/office/drawing/2014/main" id="{D0D36584-79CD-44FB-A1DF-1E275975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15" y="2575601"/>
            <a:ext cx="142622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요구사항 정리</a:t>
            </a:r>
          </a:p>
        </p:txBody>
      </p:sp>
      <p:sp>
        <p:nvSpPr>
          <p:cNvPr id="10" name="s7-text-10">
            <a:extLst xmlns:a="http://schemas.openxmlformats.org/drawingml/2006/main">
              <a:ext uri="{FF2B5EF4-FFF2-40B4-BE49-F238E27FC236}">
                <a16:creationId xmlns:a16="http://schemas.microsoft.com/office/drawing/2014/main" id="{6944B984-ECB6-4612-8A15-A96591C0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38" y="3032792"/>
            <a:ext cx="18637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먼저 범위를 정했습니다.</a:t>
            </a:r>
          </a:p>
        </p:txBody>
      </p:sp>
      <p:sp>
        <p:nvSpPr>
          <p:cNvPr id="11" name="s7-text-11">
            <a:extLst xmlns:a="http://schemas.openxmlformats.org/drawingml/2006/main">
              <a:ext uri="{FF2B5EF4-FFF2-40B4-BE49-F238E27FC236}">
                <a16:creationId xmlns:a16="http://schemas.microsoft.com/office/drawing/2014/main" id="{D8896013-E66F-47C7-BC9A-78ED536E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712" y="209362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s7-rect-12">
            <a:extLst xmlns:a="http://schemas.openxmlformats.org/drawingml/2006/main">
              <a:ext uri="{FF2B5EF4-FFF2-40B4-BE49-F238E27FC236}">
                <a16:creationId xmlns:a16="http://schemas.microsoft.com/office/drawing/2014/main" id="{871D0A35-022C-4907-8DFB-A0E61396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93443"/>
            </a:solidFill>
          </a:ln>
        </p:spPr>
      </p:sp>
      <p:sp>
        <p:nvSpPr>
          <p:cNvPr id="13" name="s7-text-13">
            <a:extLst xmlns:a="http://schemas.openxmlformats.org/drawingml/2006/main">
              <a:ext uri="{FF2B5EF4-FFF2-40B4-BE49-F238E27FC236}">
                <a16:creationId xmlns:a16="http://schemas.microsoft.com/office/drawing/2014/main" id="{BA8F522C-CC52-464D-A9A7-562B3DEE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633" y="2575601"/>
            <a:ext cx="1009985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AI로 구현</a:t>
            </a:r>
          </a:p>
        </p:txBody>
      </p:sp>
      <p:sp>
        <p:nvSpPr>
          <p:cNvPr id="14" name="s7-text-14">
            <a:extLst xmlns:a="http://schemas.openxmlformats.org/drawingml/2006/main">
              <a:ext uri="{FF2B5EF4-FFF2-40B4-BE49-F238E27FC236}">
                <a16:creationId xmlns:a16="http://schemas.microsoft.com/office/drawing/2014/main" id="{984628C6-8D73-45BB-BCB4-5F5020B7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738" y="3032792"/>
            <a:ext cx="18637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작게 나눠 구현했습니다.</a:t>
            </a:r>
          </a:p>
        </p:txBody>
      </p:sp>
      <p:sp>
        <p:nvSpPr>
          <p:cNvPr id="15" name="s7-text-15">
            <a:extLst xmlns:a="http://schemas.openxmlformats.org/drawingml/2006/main">
              <a:ext uri="{FF2B5EF4-FFF2-40B4-BE49-F238E27FC236}">
                <a16:creationId xmlns:a16="http://schemas.microsoft.com/office/drawing/2014/main" id="{034F91D1-0666-4E23-8491-D5350341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712" y="209362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s7-rect-16">
            <a:extLst xmlns:a="http://schemas.openxmlformats.org/drawingml/2006/main">
              <a:ext uri="{FF2B5EF4-FFF2-40B4-BE49-F238E27FC236}">
                <a16:creationId xmlns:a16="http://schemas.microsoft.com/office/drawing/2014/main" id="{95019109-AF9F-4565-AAB8-5CA4409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14575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93443"/>
            </a:solidFill>
          </a:ln>
        </p:spPr>
      </p:sp>
      <p:sp>
        <p:nvSpPr>
          <p:cNvPr id="17" name="s7-text-17">
            <a:extLst xmlns:a="http://schemas.openxmlformats.org/drawingml/2006/main">
              <a:ext uri="{FF2B5EF4-FFF2-40B4-BE49-F238E27FC236}">
                <a16:creationId xmlns:a16="http://schemas.microsoft.com/office/drawing/2014/main" id="{D3AC126B-73C3-4930-8BD7-8FFAB64F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318" y="2575601"/>
            <a:ext cx="1690613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테스트·직접 확인</a:t>
            </a:r>
          </a:p>
        </p:txBody>
      </p:sp>
      <p:sp>
        <p:nvSpPr>
          <p:cNvPr id="18" name="s7-text-18">
            <a:extLst xmlns:a="http://schemas.openxmlformats.org/drawingml/2006/main">
              <a:ext uri="{FF2B5EF4-FFF2-40B4-BE49-F238E27FC236}">
                <a16:creationId xmlns:a16="http://schemas.microsoft.com/office/drawing/2014/main" id="{A14E185E-B44C-43E3-B52F-670CF1F2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738" y="3032792"/>
            <a:ext cx="18637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직접 눌러 확인했습니다.</a:t>
            </a:r>
          </a:p>
        </p:txBody>
      </p:sp>
      <p:sp>
        <p:nvSpPr>
          <p:cNvPr id="19" name="s7-text-19">
            <a:extLst xmlns:a="http://schemas.openxmlformats.org/drawingml/2006/main">
              <a:ext uri="{FF2B5EF4-FFF2-40B4-BE49-F238E27FC236}">
                <a16:creationId xmlns:a16="http://schemas.microsoft.com/office/drawing/2014/main" id="{5689F90C-A220-4F3E-A35E-70F0C577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712" y="209362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s7-rect-20">
            <a:extLst xmlns:a="http://schemas.openxmlformats.org/drawingml/2006/main">
              <a:ext uri="{FF2B5EF4-FFF2-40B4-BE49-F238E27FC236}">
                <a16:creationId xmlns:a16="http://schemas.microsoft.com/office/drawing/2014/main" id="{F755CA59-2B42-40B6-A73A-B4F79239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14575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93443"/>
            </a:solidFill>
          </a:ln>
        </p:spPr>
      </p:sp>
      <p:sp>
        <p:nvSpPr>
          <p:cNvPr id="21" name="s7-text-21">
            <a:extLst xmlns:a="http://schemas.openxmlformats.org/drawingml/2006/main">
              <a:ext uri="{FF2B5EF4-FFF2-40B4-BE49-F238E27FC236}">
                <a16:creationId xmlns:a16="http://schemas.microsoft.com/office/drawing/2014/main" id="{A8A9BB38-D3A3-428D-A444-2F19B839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290" y="2575601"/>
            <a:ext cx="121667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피드백 반영</a:t>
            </a:r>
          </a:p>
        </p:txBody>
      </p:sp>
      <p:sp>
        <p:nvSpPr>
          <p:cNvPr id="22" name="s7-text-22">
            <a:extLst xmlns:a="http://schemas.openxmlformats.org/drawingml/2006/main">
              <a:ext uri="{FF2B5EF4-FFF2-40B4-BE49-F238E27FC236}">
                <a16:creationId xmlns:a16="http://schemas.microsoft.com/office/drawing/2014/main" id="{7D52289C-5A48-4309-85FB-8A4454A2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738" y="3032792"/>
            <a:ext cx="18637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문제를 보고 고쳤습니다.</a:t>
            </a:r>
          </a:p>
        </p:txBody>
      </p:sp>
      <p:sp>
        <p:nvSpPr>
          <p:cNvPr id="23" name="s7-text-23">
            <a:extLst xmlns:a="http://schemas.openxmlformats.org/drawingml/2006/main">
              <a:ext uri="{FF2B5EF4-FFF2-40B4-BE49-F238E27FC236}">
                <a16:creationId xmlns:a16="http://schemas.microsoft.com/office/drawing/2014/main" id="{29011F7C-AD5D-4184-BA31-9ED02EF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712" y="2093621"/>
            <a:ext cx="2498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s7-rect-24">
            <a:extLst xmlns:a="http://schemas.openxmlformats.org/drawingml/2006/main">
              <a:ext uri="{FF2B5EF4-FFF2-40B4-BE49-F238E27FC236}">
                <a16:creationId xmlns:a16="http://schemas.microsoft.com/office/drawing/2014/main" id="{E0D4A85E-9F18-4357-A27B-44E1870B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14575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93443"/>
            </a:solidFill>
          </a:ln>
        </p:spPr>
      </p:sp>
      <p:sp>
        <p:nvSpPr>
          <p:cNvPr id="25" name="s7-text-25">
            <a:extLst xmlns:a="http://schemas.openxmlformats.org/drawingml/2006/main">
              <a:ext uri="{FF2B5EF4-FFF2-40B4-BE49-F238E27FC236}">
                <a16:creationId xmlns:a16="http://schemas.microsoft.com/office/drawing/2014/main" id="{090E8B1F-2FD1-4A35-B8FB-63F0E2D7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116" y="2575601"/>
            <a:ext cx="835019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PR·병합</a:t>
            </a:r>
          </a:p>
        </p:txBody>
      </p:sp>
      <p:sp>
        <p:nvSpPr>
          <p:cNvPr id="26" name="s7-text-26">
            <a:extLst xmlns:a="http://schemas.openxmlformats.org/drawingml/2006/main">
              <a:ext uri="{FF2B5EF4-FFF2-40B4-BE49-F238E27FC236}">
                <a16:creationId xmlns:a16="http://schemas.microsoft.com/office/drawing/2014/main" id="{58E15CEA-1C83-40E7-A150-379C7BB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700" y="3032792"/>
            <a:ext cx="1701850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검토한 뒤 합쳤습니다.</a:t>
            </a:r>
          </a:p>
        </p:txBody>
      </p:sp>
      <p:sp>
        <p:nvSpPr>
          <p:cNvPr id="27" name="s7-path-27">
            <a:extLst xmlns:a="http://schemas.openxmlformats.org/drawingml/2006/main">
              <a:ext uri="{FF2B5EF4-FFF2-40B4-BE49-F238E27FC236}">
                <a16:creationId xmlns:a16="http://schemas.microsoft.com/office/drawing/2014/main" id="{3CFA8FD0-4751-41ED-8854-705ED23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051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8FF5A"/>
            </a:solidFill>
          </a:ln>
        </p:spPr>
      </p:sp>
      <p:sp>
        <p:nvSpPr>
          <p:cNvPr id="28" name="s7-path-28">
            <a:extLst xmlns:a="http://schemas.openxmlformats.org/drawingml/2006/main">
              <a:ext uri="{FF2B5EF4-FFF2-40B4-BE49-F238E27FC236}">
                <a16:creationId xmlns:a16="http://schemas.microsoft.com/office/drawing/2014/main" id="{B4D32BF5-5B03-4C04-ADAD-926E54F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9405"/>
            <a:ext cx="95250" cy="91440"/>
          </a:xfrm>
          <a:custGeom xmlns:a="http://schemas.openxmlformats.org/drawingml/2006/main">
            <a:pathLst>
              <a:path w="95250" h="91440">
                <a:moveTo>
                  <a:pt x="9525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FF5A"/>
          </a:solidFill>
          <a:ln xmlns:a="http://schemas.openxmlformats.org/drawingml/2006/main" w="23813">
            <a:noFill/>
          </a:ln>
        </p:spPr>
      </p:sp>
      <p:sp>
        <p:nvSpPr>
          <p:cNvPr id="29" name="s7-path-29">
            <a:extLst xmlns:a="http://schemas.openxmlformats.org/drawingml/2006/main">
              <a:ext uri="{FF2B5EF4-FFF2-40B4-BE49-F238E27FC236}">
                <a16:creationId xmlns:a16="http://schemas.microsoft.com/office/drawing/2014/main" id="{F0300485-B54A-45C5-9B12-63DA240B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8FF5A"/>
            </a:solidFill>
          </a:ln>
        </p:spPr>
      </p:sp>
      <p:sp>
        <p:nvSpPr>
          <p:cNvPr id="30" name="s7-path-30">
            <a:extLst xmlns:a="http://schemas.openxmlformats.org/drawingml/2006/main">
              <a:ext uri="{FF2B5EF4-FFF2-40B4-BE49-F238E27FC236}">
                <a16:creationId xmlns:a16="http://schemas.microsoft.com/office/drawing/2014/main" id="{75F8F063-0CCC-4138-9C87-E36ABACF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9405"/>
            <a:ext cx="95250" cy="91440"/>
          </a:xfrm>
          <a:custGeom xmlns:a="http://schemas.openxmlformats.org/drawingml/2006/main">
            <a:pathLst>
              <a:path w="95250" h="91440">
                <a:moveTo>
                  <a:pt x="9525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FF5A"/>
          </a:solidFill>
          <a:ln xmlns:a="http://schemas.openxmlformats.org/drawingml/2006/main" w="23813">
            <a:noFill/>
          </a:ln>
        </p:spPr>
      </p:sp>
      <p:sp>
        <p:nvSpPr>
          <p:cNvPr id="31" name="s7-path-31">
            <a:extLst xmlns:a="http://schemas.openxmlformats.org/drawingml/2006/main">
              <a:ext uri="{FF2B5EF4-FFF2-40B4-BE49-F238E27FC236}">
                <a16:creationId xmlns:a16="http://schemas.microsoft.com/office/drawing/2014/main" id="{73533F5F-8427-4110-B591-6FBF0468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051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8FF5A"/>
            </a:solidFill>
          </a:ln>
        </p:spPr>
      </p:sp>
      <p:sp>
        <p:nvSpPr>
          <p:cNvPr id="32" name="s7-path-32">
            <a:extLst xmlns:a="http://schemas.openxmlformats.org/drawingml/2006/main">
              <a:ext uri="{FF2B5EF4-FFF2-40B4-BE49-F238E27FC236}">
                <a16:creationId xmlns:a16="http://schemas.microsoft.com/office/drawing/2014/main" id="{9809C2D1-769F-43B6-BA05-C831C620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9405"/>
            <a:ext cx="95250" cy="91440"/>
          </a:xfrm>
          <a:custGeom xmlns:a="http://schemas.openxmlformats.org/drawingml/2006/main">
            <a:pathLst>
              <a:path w="95250" h="91440">
                <a:moveTo>
                  <a:pt x="9525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FF5A"/>
          </a:solidFill>
          <a:ln xmlns:a="http://schemas.openxmlformats.org/drawingml/2006/main" w="23813">
            <a:noFill/>
          </a:ln>
        </p:spPr>
      </p:sp>
      <p:sp>
        <p:nvSpPr>
          <p:cNvPr id="33" name="s7-path-33">
            <a:extLst xmlns:a="http://schemas.openxmlformats.org/drawingml/2006/main">
              <a:ext uri="{FF2B5EF4-FFF2-40B4-BE49-F238E27FC236}">
                <a16:creationId xmlns:a16="http://schemas.microsoft.com/office/drawing/2014/main" id="{DD3D0039-8BE3-47B0-B797-46B9B311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051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8FF5A"/>
            </a:solidFill>
          </a:ln>
        </p:spPr>
      </p:sp>
      <p:sp>
        <p:nvSpPr>
          <p:cNvPr id="34" name="s7-path-34">
            <a:extLst xmlns:a="http://schemas.openxmlformats.org/drawingml/2006/main">
              <a:ext uri="{FF2B5EF4-FFF2-40B4-BE49-F238E27FC236}">
                <a16:creationId xmlns:a16="http://schemas.microsoft.com/office/drawing/2014/main" id="{A4F88D49-D2BB-44B9-97E6-8D061BA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59405"/>
            <a:ext cx="95250" cy="91440"/>
          </a:xfrm>
          <a:custGeom xmlns:a="http://schemas.openxmlformats.org/drawingml/2006/main">
            <a:pathLst>
              <a:path w="95250" h="91440">
                <a:moveTo>
                  <a:pt x="9525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8FF5A"/>
          </a:solidFill>
          <a:ln xmlns:a="http://schemas.openxmlformats.org/drawingml/2006/main" w="23813">
            <a:noFill/>
          </a:ln>
        </p:spPr>
      </p:sp>
      <p:sp>
        <p:nvSpPr>
          <p:cNvPr id="35" name="s7-path-35">
            <a:extLst xmlns:a="http://schemas.openxmlformats.org/drawingml/2006/main">
              <a:ext uri="{FF2B5EF4-FFF2-40B4-BE49-F238E27FC236}">
                <a16:creationId xmlns:a16="http://schemas.microsoft.com/office/drawing/2014/main" id="{F325C91D-F2FC-47BD-81AE-028C0A16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14725"/>
            <a:ext cx="4572000" cy="847725"/>
          </a:xfrm>
          <a:custGeom xmlns:a="http://schemas.openxmlformats.org/drawingml/2006/main">
            <a:pathLst>
              <a:path w="4572000" h="847725">
                <a:moveTo>
                  <a:pt x="4572000" y="0"/>
                </a:moveTo>
                <a:lnTo>
                  <a:pt x="4572000" y="847725"/>
                </a:lnTo>
                <a:lnTo>
                  <a:pt x="0" y="8477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7AEFF"/>
            </a:solidFill>
          </a:ln>
        </p:spPr>
      </p:sp>
      <p:sp>
        <p:nvSpPr>
          <p:cNvPr id="36" name="s7-path-36">
            <a:extLst xmlns:a="http://schemas.openxmlformats.org/drawingml/2006/main">
              <a:ext uri="{FF2B5EF4-FFF2-40B4-BE49-F238E27FC236}">
                <a16:creationId xmlns:a16="http://schemas.microsoft.com/office/drawing/2014/main" id="{B6327122-B0EB-43DA-A778-7B84D68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351472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0"/>
                </a:moveTo>
                <a:lnTo>
                  <a:pt x="9144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7AEFF"/>
          </a:solidFill>
          <a:ln xmlns:a="http://schemas.openxmlformats.org/drawingml/2006/main" w="23813">
            <a:noFill/>
          </a:ln>
        </p:spPr>
      </p:sp>
      <p:sp>
        <p:nvSpPr>
          <p:cNvPr id="37" name="s7-text-37">
            <a:extLst xmlns:a="http://schemas.openxmlformats.org/drawingml/2006/main">
              <a:ext uri="{FF2B5EF4-FFF2-40B4-BE49-F238E27FC236}">
                <a16:creationId xmlns:a16="http://schemas.microsoft.com/office/drawing/2014/main" id="{E11BA46D-0D9D-47D9-948C-1E8F2FCC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482" y="4686337"/>
            <a:ext cx="447228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AE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7AEFF"/>
                </a:solidFill>
                <a:latin typeface="Malgun Gothic"/>
                <a:ea typeface="Malgun Gothic"/>
                <a:cs typeface="Malgun Gothic"/>
              </a:rPr>
              <a:t>문제가 있으면 구현으로 돌아가 다시 확인했습니다.</a:t>
            </a:r>
          </a:p>
        </p:txBody>
      </p:sp>
      <p:sp>
        <p:nvSpPr>
          <p:cNvPr id="38" name="s7-line-38">
            <a:extLst xmlns:a="http://schemas.openxmlformats.org/drawingml/2006/main">
              <a:ext uri="{FF2B5EF4-FFF2-40B4-BE49-F238E27FC236}">
                <a16:creationId xmlns:a16="http://schemas.microsoft.com/office/drawing/2014/main" id="{55DCAEE3-9F15-4A02-8928-A66122D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39" name="s7-text-39">
            <a:extLst xmlns:a="http://schemas.openxmlformats.org/drawingml/2006/main">
              <a:ext uri="{FF2B5EF4-FFF2-40B4-BE49-F238E27FC236}">
                <a16:creationId xmlns:a16="http://schemas.microsoft.com/office/drawing/2014/main" id="{2B11375D-04AD-4481-9F06-91B40810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3144"/>
            <a:ext cx="795717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화면 오류와 타격음 문제를 겪으며, 실행 결과를 보고 다시 고치는 과정이 필요했습니다.</a:t>
            </a:r>
          </a:p>
        </p:txBody>
      </p:sp>
    </p:spTree>
    <p:extLst>
      <p:ext uri="{BB962C8B-B14F-4D97-AF65-F5344CB8AC3E}">
        <p14:creationId xmlns:p14="http://schemas.microsoft.com/office/powerpoint/2010/main" val="2128187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8-rect-1">
            <a:extLst xmlns:a="http://schemas.openxmlformats.org/drawingml/2006/main">
              <a:ext uri="{FF2B5EF4-FFF2-40B4-BE49-F238E27FC236}">
                <a16:creationId xmlns:a16="http://schemas.microsoft.com/office/drawing/2014/main" id="{3F6E48B7-7610-4460-9F8D-F1BDD723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8-text-2">
            <a:extLst xmlns:a="http://schemas.openxmlformats.org/drawingml/2006/main">
              <a:ext uri="{FF2B5EF4-FFF2-40B4-BE49-F238E27FC236}">
                <a16:creationId xmlns:a16="http://schemas.microsoft.com/office/drawing/2014/main" id="{B30D899D-F6D6-49CC-9901-C5256D8D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716979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개발 과정</a:t>
            </a:r>
          </a:p>
        </p:txBody>
      </p:sp>
      <p:sp>
        <p:nvSpPr>
          <p:cNvPr id="3" name="s8-text-3">
            <a:extLst xmlns:a="http://schemas.openxmlformats.org/drawingml/2006/main">
              <a:ext uri="{FF2B5EF4-FFF2-40B4-BE49-F238E27FC236}">
                <a16:creationId xmlns:a16="http://schemas.microsoft.com/office/drawing/2014/main" id="{679DF00A-B9BE-4683-829C-A4940C7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4560838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하네스·브랜치·워크트리의 활용</a:t>
            </a:r>
          </a:p>
        </p:txBody>
      </p:sp>
      <p:sp>
        <p:nvSpPr>
          <p:cNvPr id="4" name="s8-text-4">
            <a:extLst xmlns:a="http://schemas.openxmlformats.org/drawingml/2006/main">
              <a:ext uri="{FF2B5EF4-FFF2-40B4-BE49-F238E27FC236}">
                <a16:creationId xmlns:a16="http://schemas.microsoft.com/office/drawing/2014/main" id="{FEDADFCD-1CEF-4415-9435-E9D3DE8C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8-text-5">
            <a:extLst xmlns:a="http://schemas.openxmlformats.org/drawingml/2006/main">
              <a:ext uri="{FF2B5EF4-FFF2-40B4-BE49-F238E27FC236}">
                <a16:creationId xmlns:a16="http://schemas.microsoft.com/office/drawing/2014/main" id="{0064B3F1-BAF8-4765-8E9E-E1EC954F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08 / 10</a:t>
            </a:r>
          </a:p>
        </p:txBody>
      </p:sp>
      <p:sp>
        <p:nvSpPr>
          <p:cNvPr id="6" name="s8-text-6">
            <a:extLst xmlns:a="http://schemas.openxmlformats.org/drawingml/2006/main">
              <a:ext uri="{FF2B5EF4-FFF2-40B4-BE49-F238E27FC236}">
                <a16:creationId xmlns:a16="http://schemas.microsoft.com/office/drawing/2014/main" id="{401A33BB-BF42-4BEF-B288-EDD0774F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6890"/>
            <a:ext cx="72390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작업과 검증을 정리하는 데 도움이 됐지만, 부족한 부분도 남았습니다.</a:t>
            </a:r>
          </a:p>
        </p:txBody>
      </p:sp>
      <p:sp>
        <p:nvSpPr>
          <p:cNvPr id="7" name="s8-text-7">
            <a:extLst xmlns:a="http://schemas.openxmlformats.org/drawingml/2006/main">
              <a:ext uri="{FF2B5EF4-FFF2-40B4-BE49-F238E27FC236}">
                <a16:creationId xmlns:a16="http://schemas.microsoft.com/office/drawing/2014/main" id="{28685D92-70DB-4DFC-AE6A-3DCDD66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712"/>
            <a:ext cx="924223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수업 개념</a:t>
            </a:r>
          </a:p>
        </p:txBody>
      </p:sp>
      <p:sp>
        <p:nvSpPr>
          <p:cNvPr id="8" name="s8-text-8">
            <a:extLst xmlns:a="http://schemas.openxmlformats.org/drawingml/2006/main">
              <a:ext uri="{FF2B5EF4-FFF2-40B4-BE49-F238E27FC236}">
                <a16:creationId xmlns:a16="http://schemas.microsoft.com/office/drawing/2014/main" id="{6F3A4F7A-D68C-4416-B641-1DCB75CF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71712"/>
            <a:ext cx="1753195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실제로 활용한 부분</a:t>
            </a:r>
          </a:p>
        </p:txBody>
      </p:sp>
      <p:sp>
        <p:nvSpPr>
          <p:cNvPr id="9" name="s8-text-9">
            <a:extLst xmlns:a="http://schemas.openxmlformats.org/drawingml/2006/main">
              <a:ext uri="{FF2B5EF4-FFF2-40B4-BE49-F238E27FC236}">
                <a16:creationId xmlns:a16="http://schemas.microsoft.com/office/drawing/2014/main" id="{5062498F-0448-4DE0-9C37-1981E5AB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71712"/>
            <a:ext cx="1114723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아쉬웠던 점</a:t>
            </a:r>
          </a:p>
        </p:txBody>
      </p:sp>
      <p:sp>
        <p:nvSpPr>
          <p:cNvPr id="10" name="s8-line-10">
            <a:extLst xmlns:a="http://schemas.openxmlformats.org/drawingml/2006/main">
              <a:ext uri="{FF2B5EF4-FFF2-40B4-BE49-F238E27FC236}">
                <a16:creationId xmlns:a16="http://schemas.microsoft.com/office/drawing/2014/main" id="{5B4EB3D1-32CB-4E1E-AA38-3929C49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11" name="s8-text-11">
            <a:extLst xmlns:a="http://schemas.openxmlformats.org/drawingml/2006/main">
              <a:ext uri="{FF2B5EF4-FFF2-40B4-BE49-F238E27FC236}">
                <a16:creationId xmlns:a16="http://schemas.microsoft.com/office/drawing/2014/main" id="{37A7FCF5-9737-491B-91E2-A5518D3E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4653"/>
            <a:ext cx="8382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하네스</a:t>
            </a:r>
          </a:p>
        </p:txBody>
      </p:sp>
      <p:sp>
        <p:nvSpPr>
          <p:cNvPr id="12" name="s8-text-12">
            <a:extLst xmlns:a="http://schemas.openxmlformats.org/drawingml/2006/main">
              <a:ext uri="{FF2B5EF4-FFF2-40B4-BE49-F238E27FC236}">
                <a16:creationId xmlns:a16="http://schemas.microsoft.com/office/drawing/2014/main" id="{D9D5DB21-349D-4251-B7A9-E7C254D3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6592"/>
            <a:ext cx="1342579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검증을 묶어 실행</a:t>
            </a:r>
          </a:p>
        </p:txBody>
      </p:sp>
      <p:sp>
        <p:nvSpPr>
          <p:cNvPr id="13" name="s8-text-13">
            <a:extLst xmlns:a="http://schemas.openxmlformats.org/drawingml/2006/main">
              <a:ext uri="{FF2B5EF4-FFF2-40B4-BE49-F238E27FC236}">
                <a16:creationId xmlns:a16="http://schemas.microsoft.com/office/drawing/2014/main" id="{9C642452-BA14-4115-AF59-B393929A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3694"/>
            <a:ext cx="339410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단위·브라우저 검사를 함께 실행하고,</a:t>
            </a:r>
          </a:p>
        </p:txBody>
      </p:sp>
      <p:sp>
        <p:nvSpPr>
          <p:cNvPr id="14" name="s8-text-14">
            <a:extLst xmlns:a="http://schemas.openxmlformats.org/drawingml/2006/main">
              <a:ext uri="{FF2B5EF4-FFF2-40B4-BE49-F238E27FC236}">
                <a16:creationId xmlns:a16="http://schemas.microsoft.com/office/drawing/2014/main" id="{F6695BAF-9F3A-40BA-9323-C0E3AD06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88019"/>
            <a:ext cx="295029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실패 로그와 화면을 남겼습니다.</a:t>
            </a:r>
          </a:p>
        </p:txBody>
      </p:sp>
      <p:sp>
        <p:nvSpPr>
          <p:cNvPr id="15" name="s8-text-15">
            <a:extLst xmlns:a="http://schemas.openxmlformats.org/drawingml/2006/main">
              <a:ext uri="{FF2B5EF4-FFF2-40B4-BE49-F238E27FC236}">
                <a16:creationId xmlns:a16="http://schemas.microsoft.com/office/drawing/2014/main" id="{29763021-4723-4EEA-9D1F-68C1243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73694"/>
            <a:ext cx="322064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자동 입력은 실행 환경에 민감했고,</a:t>
            </a:r>
          </a:p>
        </p:txBody>
      </p:sp>
      <p:sp>
        <p:nvSpPr>
          <p:cNvPr id="16" name="s8-text-16">
            <a:extLst xmlns:a="http://schemas.openxmlformats.org/drawingml/2006/main">
              <a:ext uri="{FF2B5EF4-FFF2-40B4-BE49-F238E27FC236}">
                <a16:creationId xmlns:a16="http://schemas.microsoft.com/office/drawing/2014/main" id="{0AF137A8-F29A-41D8-A4BD-50FAAE33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88019"/>
            <a:ext cx="406449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청감·실제 키보드는 별도 확인이 필요합니다.</a:t>
            </a:r>
          </a:p>
        </p:txBody>
      </p:sp>
      <p:sp>
        <p:nvSpPr>
          <p:cNvPr id="17" name="s8-line-17">
            <a:extLst xmlns:a="http://schemas.openxmlformats.org/drawingml/2006/main">
              <a:ext uri="{FF2B5EF4-FFF2-40B4-BE49-F238E27FC236}">
                <a16:creationId xmlns:a16="http://schemas.microsoft.com/office/drawing/2014/main" id="{D6B5D3D3-8561-46C1-A1F0-A35491B2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18" name="s8-text-18">
            <a:extLst xmlns:a="http://schemas.openxmlformats.org/drawingml/2006/main">
              <a:ext uri="{FF2B5EF4-FFF2-40B4-BE49-F238E27FC236}">
                <a16:creationId xmlns:a16="http://schemas.microsoft.com/office/drawing/2014/main" id="{2A692C0B-1293-4449-B776-C9B9E729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6703"/>
            <a:ext cx="8382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브랜치</a:t>
            </a:r>
          </a:p>
        </p:txBody>
      </p:sp>
      <p:sp>
        <p:nvSpPr>
          <p:cNvPr id="19" name="s8-text-19">
            <a:extLst xmlns:a="http://schemas.openxmlformats.org/drawingml/2006/main">
              <a:ext uri="{FF2B5EF4-FFF2-40B4-BE49-F238E27FC236}">
                <a16:creationId xmlns:a16="http://schemas.microsoft.com/office/drawing/2014/main" id="{DD77AF42-E87B-46AB-B946-3E9BD0D0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8642"/>
            <a:ext cx="1342579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변경을 나눠 관리</a:t>
            </a:r>
          </a:p>
        </p:txBody>
      </p:sp>
      <p:sp>
        <p:nvSpPr>
          <p:cNvPr id="20" name="s8-text-20">
            <a:extLst xmlns:a="http://schemas.openxmlformats.org/drawingml/2006/main">
              <a:ext uri="{FF2B5EF4-FFF2-40B4-BE49-F238E27FC236}">
                <a16:creationId xmlns:a16="http://schemas.microsoft.com/office/drawing/2014/main" id="{27058AE4-2A57-461B-BB8D-3E29970C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35744"/>
            <a:ext cx="346442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곡 추가·화면 변경을 브랜치로 나누고,</a:t>
            </a:r>
          </a:p>
        </p:txBody>
      </p:sp>
      <p:sp>
        <p:nvSpPr>
          <p:cNvPr id="21" name="s8-text-21">
            <a:extLst xmlns:a="http://schemas.openxmlformats.org/drawingml/2006/main">
              <a:ext uri="{FF2B5EF4-FFF2-40B4-BE49-F238E27FC236}">
                <a16:creationId xmlns:a16="http://schemas.microsoft.com/office/drawing/2014/main" id="{9BFC290F-9533-4034-83A5-0F7949A5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50069"/>
            <a:ext cx="277175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PR #4·5를 통해 병합했습니다.</a:t>
            </a:r>
          </a:p>
        </p:txBody>
      </p:sp>
      <p:sp>
        <p:nvSpPr>
          <p:cNvPr id="22" name="s8-text-22">
            <a:extLst xmlns:a="http://schemas.openxmlformats.org/drawingml/2006/main">
              <a:ext uri="{FF2B5EF4-FFF2-40B4-BE49-F238E27FC236}">
                <a16:creationId xmlns:a16="http://schemas.microsoft.com/office/drawing/2014/main" id="{D08507DA-0039-4635-8FCE-163CA4E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35744"/>
            <a:ext cx="324720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일부 변경 뒤에는 전체 회귀 검사를</a:t>
            </a:r>
          </a:p>
        </p:txBody>
      </p:sp>
      <p:sp>
        <p:nvSpPr>
          <p:cNvPr id="23" name="s8-text-23">
            <a:extLst xmlns:a="http://schemas.openxmlformats.org/drawingml/2006/main">
              <a:ext uri="{FF2B5EF4-FFF2-40B4-BE49-F238E27FC236}">
                <a16:creationId xmlns:a16="http://schemas.microsoft.com/office/drawing/2014/main" id="{0AA5013B-7D6F-42AA-B9D4-9623467B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50069"/>
            <a:ext cx="362069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다시 실행하지 못한 점이 아쉬웠습니다.</a:t>
            </a:r>
          </a:p>
        </p:txBody>
      </p:sp>
      <p:sp>
        <p:nvSpPr>
          <p:cNvPr id="24" name="s8-line-24">
            <a:extLst xmlns:a="http://schemas.openxmlformats.org/drawingml/2006/main">
              <a:ext uri="{FF2B5EF4-FFF2-40B4-BE49-F238E27FC236}">
                <a16:creationId xmlns:a16="http://schemas.microsoft.com/office/drawing/2014/main" id="{6470C020-4CD4-4101-9CC5-CCC056A5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25" name="s8-text-25">
            <a:extLst xmlns:a="http://schemas.openxmlformats.org/drawingml/2006/main">
              <a:ext uri="{FF2B5EF4-FFF2-40B4-BE49-F238E27FC236}">
                <a16:creationId xmlns:a16="http://schemas.microsoft.com/office/drawing/2014/main" id="{144D6F80-B844-4557-ABDF-D661D8B0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8753"/>
            <a:ext cx="108585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워크트리</a:t>
            </a:r>
          </a:p>
        </p:txBody>
      </p:sp>
      <p:sp>
        <p:nvSpPr>
          <p:cNvPr id="26" name="s8-text-26">
            <a:extLst xmlns:a="http://schemas.openxmlformats.org/drawingml/2006/main">
              <a:ext uri="{FF2B5EF4-FFF2-40B4-BE49-F238E27FC236}">
                <a16:creationId xmlns:a16="http://schemas.microsoft.com/office/drawing/2014/main" id="{DC9A5F6C-7BAA-47CF-8A6B-CABB0E7B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0692"/>
            <a:ext cx="1342579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작업 폴더를 분리</a:t>
            </a:r>
          </a:p>
        </p:txBody>
      </p:sp>
      <p:sp>
        <p:nvSpPr>
          <p:cNvPr id="27" name="s8-text-27">
            <a:extLst xmlns:a="http://schemas.openxmlformats.org/drawingml/2006/main">
              <a:ext uri="{FF2B5EF4-FFF2-40B4-BE49-F238E27FC236}">
                <a16:creationId xmlns:a16="http://schemas.microsoft.com/office/drawing/2014/main" id="{3AE4F127-1BE0-400B-9D87-1F685207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97794"/>
            <a:ext cx="342174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main과 음악 작업을 실제 워크트리로</a:t>
            </a:r>
          </a:p>
        </p:txBody>
      </p:sp>
      <p:sp>
        <p:nvSpPr>
          <p:cNvPr id="28" name="s8-text-28">
            <a:extLst xmlns:a="http://schemas.openxmlformats.org/drawingml/2006/main">
              <a:ext uri="{FF2B5EF4-FFF2-40B4-BE49-F238E27FC236}">
                <a16:creationId xmlns:a16="http://schemas.microsoft.com/office/drawing/2014/main" id="{6E58FA9A-FF2A-4D14-A4E8-2D72E36C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2119"/>
            <a:ext cx="31940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나눠, 다른 폴더에서 진행했습니다.</a:t>
            </a:r>
          </a:p>
        </p:txBody>
      </p:sp>
      <p:sp>
        <p:nvSpPr>
          <p:cNvPr id="29" name="s8-text-29">
            <a:extLst xmlns:a="http://schemas.openxmlformats.org/drawingml/2006/main">
              <a:ext uri="{FF2B5EF4-FFF2-40B4-BE49-F238E27FC236}">
                <a16:creationId xmlns:a16="http://schemas.microsoft.com/office/drawing/2014/main" id="{F0D8899F-7FAF-403F-B0B3-20B9152F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97794"/>
            <a:ext cx="27502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작업은 분리했지만, 각 폴더의</a:t>
            </a:r>
          </a:p>
        </p:txBody>
      </p:sp>
      <p:sp>
        <p:nvSpPr>
          <p:cNvPr id="30" name="s8-text-30">
            <a:extLst xmlns:a="http://schemas.openxmlformats.org/drawingml/2006/main">
              <a:ext uri="{FF2B5EF4-FFF2-40B4-BE49-F238E27FC236}">
                <a16:creationId xmlns:a16="http://schemas.microsoft.com/office/drawing/2014/main" id="{2F5057F0-ABD3-4B73-81BC-C894EAC9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12119"/>
            <a:ext cx="339410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실행·검증은 따로 확인해야 했습니다.</a:t>
            </a:r>
          </a:p>
        </p:txBody>
      </p:sp>
      <p:sp>
        <p:nvSpPr>
          <p:cNvPr id="31" name="s8-text-31">
            <a:extLst xmlns:a="http://schemas.openxmlformats.org/drawingml/2006/main">
              <a:ext uri="{FF2B5EF4-FFF2-40B4-BE49-F238E27FC236}">
                <a16:creationId xmlns:a16="http://schemas.microsoft.com/office/drawing/2014/main" id="{7A69C806-6149-4761-93DB-E5F0587B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2223"/>
            <a:ext cx="5691234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원격 CI 연결 여부와 실제 장비 리허설은 더 확인하고 보완할 부분입니다.</a:t>
            </a:r>
          </a:p>
        </p:txBody>
      </p:sp>
    </p:spTree>
    <p:extLst>
      <p:ext uri="{BB962C8B-B14F-4D97-AF65-F5344CB8AC3E}">
        <p14:creationId xmlns:p14="http://schemas.microsoft.com/office/powerpoint/2010/main" val="404544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9-rect-1">
            <a:extLst xmlns:a="http://schemas.openxmlformats.org/drawingml/2006/main">
              <a:ext uri="{FF2B5EF4-FFF2-40B4-BE49-F238E27FC236}">
                <a16:creationId xmlns:a16="http://schemas.microsoft.com/office/drawing/2014/main" id="{767820BE-6F23-498C-852C-D0682B5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9-text-2">
            <a:extLst xmlns:a="http://schemas.openxmlformats.org/drawingml/2006/main">
              <a:ext uri="{FF2B5EF4-FFF2-40B4-BE49-F238E27FC236}">
                <a16:creationId xmlns:a16="http://schemas.microsoft.com/office/drawing/2014/main" id="{E7417E7B-9CA4-42EF-9717-B2631619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1697013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03  느낀 점 또는 배운 점</a:t>
            </a:r>
          </a:p>
        </p:txBody>
      </p:sp>
      <p:sp>
        <p:nvSpPr>
          <p:cNvPr id="3" name="s9-text-3">
            <a:extLst xmlns:a="http://schemas.openxmlformats.org/drawingml/2006/main">
              <a:ext uri="{FF2B5EF4-FFF2-40B4-BE49-F238E27FC236}">
                <a16:creationId xmlns:a16="http://schemas.microsoft.com/office/drawing/2014/main" id="{495A7F1D-770E-4BF4-9198-873F970B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3885307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구현하면서 부족했던 부분</a:t>
            </a:r>
          </a:p>
        </p:txBody>
      </p:sp>
      <p:sp>
        <p:nvSpPr>
          <p:cNvPr id="4" name="s9-text-4">
            <a:extLst xmlns:a="http://schemas.openxmlformats.org/drawingml/2006/main">
              <a:ext uri="{FF2B5EF4-FFF2-40B4-BE49-F238E27FC236}">
                <a16:creationId xmlns:a16="http://schemas.microsoft.com/office/drawing/2014/main" id="{E6EA2825-B970-4F4D-AD1C-42D3F15D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9-text-5">
            <a:extLst xmlns:a="http://schemas.openxmlformats.org/drawingml/2006/main">
              <a:ext uri="{FF2B5EF4-FFF2-40B4-BE49-F238E27FC236}">
                <a16:creationId xmlns:a16="http://schemas.microsoft.com/office/drawing/2014/main" id="{CF4BB454-598A-45C1-A79F-A4D2320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09 / 10</a:t>
            </a:r>
          </a:p>
        </p:txBody>
      </p:sp>
      <p:sp>
        <p:nvSpPr>
          <p:cNvPr id="6" name="s9-text-6">
            <a:extLst xmlns:a="http://schemas.openxmlformats.org/drawingml/2006/main">
              <a:ext uri="{FF2B5EF4-FFF2-40B4-BE49-F238E27FC236}">
                <a16:creationId xmlns:a16="http://schemas.microsoft.com/office/drawing/2014/main" id="{C84832D0-8D23-44CD-B94E-D3FD19E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62"/>
            <a:ext cx="1305223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부족했던 부분</a:t>
            </a:r>
          </a:p>
        </p:txBody>
      </p:sp>
      <p:sp>
        <p:nvSpPr>
          <p:cNvPr id="7" name="s9-text-7">
            <a:extLst xmlns:a="http://schemas.openxmlformats.org/drawingml/2006/main">
              <a:ext uri="{FF2B5EF4-FFF2-40B4-BE49-F238E27FC236}">
                <a16:creationId xmlns:a16="http://schemas.microsoft.com/office/drawing/2014/main" id="{720BBFA9-3396-41BC-B633-2FE9E8C8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533562"/>
            <a:ext cx="182016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겪은 사례와 배운 점</a:t>
            </a:r>
          </a:p>
        </p:txBody>
      </p:sp>
      <p:sp>
        <p:nvSpPr>
          <p:cNvPr id="8" name="s9-line-8">
            <a:extLst xmlns:a="http://schemas.openxmlformats.org/drawingml/2006/main">
              <a:ext uri="{FF2B5EF4-FFF2-40B4-BE49-F238E27FC236}">
                <a16:creationId xmlns:a16="http://schemas.microsoft.com/office/drawing/2014/main" id="{94B9AD0B-073A-4A7C-9A7D-EFA9A002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14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9" name="s9-text-9">
            <a:extLst xmlns:a="http://schemas.openxmlformats.org/drawingml/2006/main">
              <a:ext uri="{FF2B5EF4-FFF2-40B4-BE49-F238E27FC236}">
                <a16:creationId xmlns:a16="http://schemas.microsoft.com/office/drawing/2014/main" id="{C4CE4DBC-AA9E-4B3C-94A6-58E841C0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1285"/>
            <a:ext cx="2076301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실행 확인의 부족</a:t>
            </a:r>
          </a:p>
        </p:txBody>
      </p:sp>
      <p:sp>
        <p:nvSpPr>
          <p:cNvPr id="10" name="s9-text-10">
            <a:extLst xmlns:a="http://schemas.openxmlformats.org/drawingml/2006/main">
              <a:ext uri="{FF2B5EF4-FFF2-40B4-BE49-F238E27FC236}">
                <a16:creationId xmlns:a16="http://schemas.microsoft.com/office/drawing/2014/main" id="{01BCAF46-9D60-4A48-8A4F-FC9248B9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15558"/>
            <a:ext cx="5282878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화면 수정 후 실행 오류와 플레이 문제가 생겼습니다.</a:t>
            </a:r>
          </a:p>
        </p:txBody>
      </p:sp>
      <p:sp>
        <p:nvSpPr>
          <p:cNvPr id="11" name="s9-text-11">
            <a:extLst xmlns:a="http://schemas.openxmlformats.org/drawingml/2006/main">
              <a:ext uri="{FF2B5EF4-FFF2-40B4-BE49-F238E27FC236}">
                <a16:creationId xmlns:a16="http://schemas.microsoft.com/office/drawing/2014/main" id="{50A11DEA-B478-47BD-B9C8-C3B5BB5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67983"/>
            <a:ext cx="4632499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시작·완주·복귀까지 확인해야 함을 배웠습니다.</a:t>
            </a:r>
          </a:p>
        </p:txBody>
      </p:sp>
      <p:sp>
        <p:nvSpPr>
          <p:cNvPr id="12" name="s9-line-12">
            <a:extLst xmlns:a="http://schemas.openxmlformats.org/drawingml/2006/main">
              <a:ext uri="{FF2B5EF4-FFF2-40B4-BE49-F238E27FC236}">
                <a16:creationId xmlns:a16="http://schemas.microsoft.com/office/drawing/2014/main" id="{C3BB066A-7BFB-49A0-B70C-1A66C3B1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13" name="s9-text-13">
            <a:extLst xmlns:a="http://schemas.openxmlformats.org/drawingml/2006/main">
              <a:ext uri="{FF2B5EF4-FFF2-40B4-BE49-F238E27FC236}">
                <a16:creationId xmlns:a16="http://schemas.microsoft.com/office/drawing/2014/main" id="{E90FD1BA-A5A2-404D-84BC-9BDCCBE5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3360"/>
            <a:ext cx="2938239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소리의 조화에 대한 판단</a:t>
            </a:r>
          </a:p>
        </p:txBody>
      </p:sp>
      <p:sp>
        <p:nvSpPr>
          <p:cNvPr id="14" name="s9-text-14">
            <a:extLst xmlns:a="http://schemas.openxmlformats.org/drawingml/2006/main">
              <a:ext uri="{FF2B5EF4-FFF2-40B4-BE49-F238E27FC236}">
                <a16:creationId xmlns:a16="http://schemas.microsoft.com/office/drawing/2014/main" id="{F5734552-5D88-45A3-9AD0-20D88866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577633"/>
            <a:ext cx="4909765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타격음이 음악과 따로 들리는 문제가 있었습니다.</a:t>
            </a:r>
          </a:p>
        </p:txBody>
      </p:sp>
      <p:sp>
        <p:nvSpPr>
          <p:cNvPr id="15" name="s9-text-15">
            <a:extLst xmlns:a="http://schemas.openxmlformats.org/drawingml/2006/main">
              <a:ext uri="{FF2B5EF4-FFF2-40B4-BE49-F238E27FC236}">
                <a16:creationId xmlns:a16="http://schemas.microsoft.com/office/drawing/2014/main" id="{92A4C45B-367E-42D2-A5B7-0BA394AA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930058"/>
            <a:ext cx="576895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효과음은 짧게 만들고, 곡과 함께 들으며 조절해야 합니다.</a:t>
            </a:r>
          </a:p>
        </p:txBody>
      </p:sp>
      <p:sp>
        <p:nvSpPr>
          <p:cNvPr id="16" name="s9-line-16">
            <a:extLst xmlns:a="http://schemas.openxmlformats.org/drawingml/2006/main">
              <a:ext uri="{FF2B5EF4-FFF2-40B4-BE49-F238E27FC236}">
                <a16:creationId xmlns:a16="http://schemas.microsoft.com/office/drawing/2014/main" id="{ADA43154-BD09-4CAC-A102-54E0AB4F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17" name="s9-text-17">
            <a:extLst xmlns:a="http://schemas.openxmlformats.org/drawingml/2006/main">
              <a:ext uri="{FF2B5EF4-FFF2-40B4-BE49-F238E27FC236}">
                <a16:creationId xmlns:a16="http://schemas.microsoft.com/office/drawing/2014/main" id="{587A839D-250D-49EB-9AA2-4A68180B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5435"/>
            <a:ext cx="3285827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자동 채보 품질에 대한 예상</a:t>
            </a:r>
          </a:p>
        </p:txBody>
      </p:sp>
      <p:sp>
        <p:nvSpPr>
          <p:cNvPr id="18" name="s9-text-18">
            <a:extLst xmlns:a="http://schemas.openxmlformats.org/drawingml/2006/main">
              <a:ext uri="{FF2B5EF4-FFF2-40B4-BE49-F238E27FC236}">
                <a16:creationId xmlns:a16="http://schemas.microsoft.com/office/drawing/2014/main" id="{D6031D6B-8DAE-4E67-A8D6-4E39E5FA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39708"/>
            <a:ext cx="4175522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개인 음악의 리듬 일치가 불안정했습니다.</a:t>
            </a:r>
          </a:p>
        </p:txBody>
      </p:sp>
      <p:sp>
        <p:nvSpPr>
          <p:cNvPr id="19" name="s9-text-19">
            <a:extLst xmlns:a="http://schemas.openxmlformats.org/drawingml/2006/main">
              <a:ext uri="{FF2B5EF4-FFF2-40B4-BE49-F238E27FC236}">
                <a16:creationId xmlns:a16="http://schemas.microsoft.com/office/drawing/2014/main" id="{715C6A55-839E-42F1-A873-005B9AE5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92133"/>
            <a:ext cx="5644009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검증 가능한 오리지널 곡부터 완성할 필요가 있었습니다.</a:t>
            </a:r>
          </a:p>
        </p:txBody>
      </p:sp>
    </p:spTree>
    <p:extLst>
      <p:ext uri="{BB962C8B-B14F-4D97-AF65-F5344CB8AC3E}">
        <p14:creationId xmlns:p14="http://schemas.microsoft.com/office/powerpoint/2010/main" val="2124881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F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10-rect-1">
            <a:extLst xmlns:a="http://schemas.openxmlformats.org/drawingml/2006/main">
              <a:ext uri="{FF2B5EF4-FFF2-40B4-BE49-F238E27FC236}">
                <a16:creationId xmlns:a16="http://schemas.microsoft.com/office/drawing/2014/main" id="{35F5FE7E-6F85-41F0-AF17-A0DDB398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F18"/>
          </a:solidFill>
          <a:ln xmlns:a="http://schemas.openxmlformats.org/drawingml/2006/main" w="9525">
            <a:noFill/>
          </a:ln>
        </p:spPr>
      </p:sp>
      <p:sp>
        <p:nvSpPr>
          <p:cNvPr id="2" name="s10-text-2">
            <a:extLst xmlns:a="http://schemas.openxmlformats.org/drawingml/2006/main">
              <a:ext uri="{FF2B5EF4-FFF2-40B4-BE49-F238E27FC236}">
                <a16:creationId xmlns:a16="http://schemas.microsoft.com/office/drawing/2014/main" id="{250725EA-E455-4469-96E5-5F78E67E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403"/>
            <a:ext cx="1697013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03  느낀 점 또는 배운 점</a:t>
            </a:r>
          </a:p>
        </p:txBody>
      </p:sp>
      <p:sp>
        <p:nvSpPr>
          <p:cNvPr id="3" name="s10-text-3">
            <a:extLst xmlns:a="http://schemas.openxmlformats.org/drawingml/2006/main">
              <a:ext uri="{FF2B5EF4-FFF2-40B4-BE49-F238E27FC236}">
                <a16:creationId xmlns:a16="http://schemas.microsoft.com/office/drawing/2014/main" id="{4CDE66C1-185D-44BB-B5FC-A624A802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3958"/>
            <a:ext cx="3027611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배운 점과 다음 보완</a:t>
            </a:r>
          </a:p>
        </p:txBody>
      </p:sp>
      <p:sp>
        <p:nvSpPr>
          <p:cNvPr id="4" name="s10-text-4">
            <a:extLst xmlns:a="http://schemas.openxmlformats.org/drawingml/2006/main">
              <a:ext uri="{FF2B5EF4-FFF2-40B4-BE49-F238E27FC236}">
                <a16:creationId xmlns:a16="http://schemas.microsoft.com/office/drawing/2014/main" id="{60F47992-67F4-4890-B769-28E75427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94"/>
            <a:ext cx="1832818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PULSE SHIFT / PROJECT PRESENTATION</a:t>
            </a:r>
          </a:p>
        </p:txBody>
      </p:sp>
      <p:sp>
        <p:nvSpPr>
          <p:cNvPr id="5" name="s10-text-5">
            <a:extLst xmlns:a="http://schemas.openxmlformats.org/drawingml/2006/main">
              <a:ext uri="{FF2B5EF4-FFF2-40B4-BE49-F238E27FC236}">
                <a16:creationId xmlns:a16="http://schemas.microsoft.com/office/drawing/2014/main" id="{522EA349-EC26-407A-8BDF-34D56362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518932"/>
            <a:ext cx="472697" cy="15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  <p:sp>
        <p:nvSpPr>
          <p:cNvPr id="6" name="s10-text-6">
            <a:extLst xmlns:a="http://schemas.openxmlformats.org/drawingml/2006/main">
              <a:ext uri="{FF2B5EF4-FFF2-40B4-BE49-F238E27FC236}">
                <a16:creationId xmlns:a16="http://schemas.microsoft.com/office/drawing/2014/main" id="{0B954715-7532-47D8-9CCC-B850C2B0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234"/>
            <a:ext cx="24828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작게 만들고,</a:t>
            </a:r>
          </a:p>
        </p:txBody>
      </p:sp>
      <p:sp>
        <p:nvSpPr>
          <p:cNvPr id="7" name="s10-text-7">
            <a:extLst xmlns:a="http://schemas.openxmlformats.org/drawingml/2006/main">
              <a:ext uri="{FF2B5EF4-FFF2-40B4-BE49-F238E27FC236}">
                <a16:creationId xmlns:a16="http://schemas.microsoft.com/office/drawing/2014/main" id="{1C563878-65DD-4636-86B7-A6EA0607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934"/>
            <a:ext cx="511150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직접 플레이하며 확인하기</a:t>
            </a:r>
          </a:p>
        </p:txBody>
      </p:sp>
      <p:sp>
        <p:nvSpPr>
          <p:cNvPr id="8" name="s10-text-8">
            <a:extLst xmlns:a="http://schemas.openxmlformats.org/drawingml/2006/main">
              <a:ext uri="{FF2B5EF4-FFF2-40B4-BE49-F238E27FC236}">
                <a16:creationId xmlns:a16="http://schemas.microsoft.com/office/drawing/2014/main" id="{BB07F736-5905-4DB4-8B36-9F89081B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5683"/>
            <a:ext cx="7550646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기능이 동작하는 것과 실제로 재미있는지는 각각 확인할 필요가 있었습니다.</a:t>
            </a:r>
          </a:p>
        </p:txBody>
      </p:sp>
      <p:sp>
        <p:nvSpPr>
          <p:cNvPr id="9" name="s10-line-9">
            <a:extLst xmlns:a="http://schemas.openxmlformats.org/drawingml/2006/main">
              <a:ext uri="{FF2B5EF4-FFF2-40B4-BE49-F238E27FC236}">
                <a16:creationId xmlns:a16="http://schemas.microsoft.com/office/drawing/2014/main" id="{799A8862-635D-460F-9142-28AB3ED4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443"/>
            </a:solidFill>
          </a:ln>
        </p:spPr>
      </p:sp>
      <p:sp>
        <p:nvSpPr>
          <p:cNvPr id="10" name="s10-text-10">
            <a:extLst xmlns:a="http://schemas.openxmlformats.org/drawingml/2006/main">
              <a:ext uri="{FF2B5EF4-FFF2-40B4-BE49-F238E27FC236}">
                <a16:creationId xmlns:a16="http://schemas.microsoft.com/office/drawing/2014/main" id="{E59C7699-3E78-42AE-9E45-53068A0B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8646"/>
            <a:ext cx="639719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NEXT 01</a:t>
            </a:r>
          </a:p>
        </p:txBody>
      </p:sp>
      <p:sp>
        <p:nvSpPr>
          <p:cNvPr id="11" name="s10-text-11">
            <a:extLst xmlns:a="http://schemas.openxmlformats.org/drawingml/2006/main">
              <a:ext uri="{FF2B5EF4-FFF2-40B4-BE49-F238E27FC236}">
                <a16:creationId xmlns:a16="http://schemas.microsoft.com/office/drawing/2014/main" id="{F3350731-939D-4060-A144-D24DE18D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47"/>
            <a:ext cx="240580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실제 장비에서 리허설</a:t>
            </a:r>
          </a:p>
        </p:txBody>
      </p:sp>
      <p:sp>
        <p:nvSpPr>
          <p:cNvPr id="12" name="s10-text-12">
            <a:extLst xmlns:a="http://schemas.openxmlformats.org/drawingml/2006/main">
              <a:ext uri="{FF2B5EF4-FFF2-40B4-BE49-F238E27FC236}">
                <a16:creationId xmlns:a16="http://schemas.microsoft.com/office/drawing/2014/main" id="{7B6229AD-9FD5-4337-98E2-10F4037E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37"/>
            <a:ext cx="2856012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음악 싱크·키 입력·효과음 음량을</a:t>
            </a:r>
          </a:p>
        </p:txBody>
      </p:sp>
      <p:sp>
        <p:nvSpPr>
          <p:cNvPr id="13" name="s10-text-13">
            <a:extLst xmlns:a="http://schemas.openxmlformats.org/drawingml/2006/main">
              <a:ext uri="{FF2B5EF4-FFF2-40B4-BE49-F238E27FC236}">
                <a16:creationId xmlns:a16="http://schemas.microsoft.com/office/drawing/2014/main" id="{EE76A6FF-240E-4A7C-9DDC-090ACDF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62"/>
            <a:ext cx="357634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헤드폰과 키보드로 함께 확인하겠습니다.</a:t>
            </a:r>
          </a:p>
        </p:txBody>
      </p:sp>
      <p:sp>
        <p:nvSpPr>
          <p:cNvPr id="14" name="s10-text-14">
            <a:extLst xmlns:a="http://schemas.openxmlformats.org/drawingml/2006/main">
              <a:ext uri="{FF2B5EF4-FFF2-40B4-BE49-F238E27FC236}">
                <a16:creationId xmlns:a16="http://schemas.microsoft.com/office/drawing/2014/main" id="{28188008-8B05-47B1-83B5-6DC63D84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98646"/>
            <a:ext cx="639719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NEXT 02</a:t>
            </a:r>
          </a:p>
        </p:txBody>
      </p:sp>
      <p:sp>
        <p:nvSpPr>
          <p:cNvPr id="15" name="s10-text-15">
            <a:extLst xmlns:a="http://schemas.openxmlformats.org/drawingml/2006/main">
              <a:ext uri="{FF2B5EF4-FFF2-40B4-BE49-F238E27FC236}">
                <a16:creationId xmlns:a16="http://schemas.microsoft.com/office/drawing/2014/main" id="{29C86F61-FAF5-44F0-BCC3-E0505F8D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47"/>
            <a:ext cx="2489522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0F3F6"/>
                </a:solidFill>
                <a:latin typeface="Malgun Gothic"/>
                <a:ea typeface="Malgun Gothic"/>
                <a:cs typeface="Malgun Gothic"/>
              </a:rPr>
              <a:t>완성도를 높인 뒤 확장</a:t>
            </a:r>
          </a:p>
        </p:txBody>
      </p:sp>
      <p:sp>
        <p:nvSpPr>
          <p:cNvPr id="16" name="s10-text-16">
            <a:extLst xmlns:a="http://schemas.openxmlformats.org/drawingml/2006/main">
              <a:ext uri="{FF2B5EF4-FFF2-40B4-BE49-F238E27FC236}">
                <a16:creationId xmlns:a16="http://schemas.microsoft.com/office/drawing/2014/main" id="{1F2F5047-F93E-4BC1-BD0F-D6A35F6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37"/>
            <a:ext cx="3097113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세 곡의 난이도와 손맛을 다듬은 뒤</a:t>
            </a:r>
          </a:p>
        </p:txBody>
      </p:sp>
      <p:sp>
        <p:nvSpPr>
          <p:cNvPr id="17" name="s10-text-17">
            <a:extLst xmlns:a="http://schemas.openxmlformats.org/drawingml/2006/main">
              <a:ext uri="{FF2B5EF4-FFF2-40B4-BE49-F238E27FC236}">
                <a16:creationId xmlns:a16="http://schemas.microsoft.com/office/drawing/2014/main" id="{C14E48FB-8509-4567-9183-95D22700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91162"/>
            <a:ext cx="2979539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7B3C2"/>
                </a:solidFill>
                <a:latin typeface="Malgun Gothic"/>
                <a:ea typeface="Malgun Gothic"/>
                <a:cs typeface="Malgun Gothic"/>
              </a:rPr>
              <a:t>롱노트·키 변경을 검토하겠습니다.</a:t>
            </a:r>
          </a:p>
        </p:txBody>
      </p:sp>
      <p:sp>
        <p:nvSpPr>
          <p:cNvPr id="18" name="s10-text-18">
            <a:extLst xmlns:a="http://schemas.openxmlformats.org/drawingml/2006/main">
              <a:ext uri="{FF2B5EF4-FFF2-40B4-BE49-F238E27FC236}">
                <a16:creationId xmlns:a16="http://schemas.microsoft.com/office/drawing/2014/main" id="{097D25D0-A9CC-4B2C-951D-9D92E06E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2223"/>
            <a:ext cx="6761457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FF5A"/>
                </a:solidFill>
                <a:latin typeface="Malgun Gothic"/>
                <a:ea typeface="Malgun Gothic"/>
                <a:cs typeface="Malgun Gothic"/>
              </a:rPr>
              <a:t>AI와 함께 구현하더라도, 원하는 경험을 정하고 실제로 확인하는 역할은 제가 맡습니다.</a:t>
            </a:r>
          </a:p>
        </p:txBody>
      </p:sp>
    </p:spTree>
    <p:extLst>
      <p:ext uri="{BB962C8B-B14F-4D97-AF65-F5344CB8AC3E}">
        <p14:creationId xmlns:p14="http://schemas.microsoft.com/office/powerpoint/2010/main" val="1000304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2026-10-08T00:36:25.9540000Z</dcterms:created>
  <dcterms:modified xsi:type="dcterms:W3CDTF">2026-10-08T00:36:25.9540000Z</dcterms:modified>
</coreProperties>
</file>